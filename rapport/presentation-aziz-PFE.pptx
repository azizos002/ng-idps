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45"/>
  </p:notesMasterIdLst>
  <p:sldIdLst>
    <p:sldId id="257" r:id="rId5"/>
    <p:sldId id="258" r:id="rId6"/>
    <p:sldId id="371" r:id="rId7"/>
    <p:sldId id="260" r:id="rId8"/>
    <p:sldId id="261" r:id="rId9"/>
    <p:sldId id="262" r:id="rId10"/>
    <p:sldId id="386" r:id="rId11"/>
    <p:sldId id="368" r:id="rId12"/>
    <p:sldId id="369" r:id="rId13"/>
    <p:sldId id="370" r:id="rId14"/>
    <p:sldId id="387" r:id="rId15"/>
    <p:sldId id="374" r:id="rId16"/>
    <p:sldId id="376" r:id="rId17"/>
    <p:sldId id="384" r:id="rId18"/>
    <p:sldId id="388" r:id="rId19"/>
    <p:sldId id="375" r:id="rId20"/>
    <p:sldId id="381" r:id="rId21"/>
    <p:sldId id="389" r:id="rId22"/>
    <p:sldId id="391" r:id="rId23"/>
    <p:sldId id="423" r:id="rId24"/>
    <p:sldId id="425" r:id="rId25"/>
    <p:sldId id="441" r:id="rId26"/>
    <p:sldId id="426" r:id="rId27"/>
    <p:sldId id="428" r:id="rId28"/>
    <p:sldId id="429" r:id="rId29"/>
    <p:sldId id="430" r:id="rId30"/>
    <p:sldId id="431" r:id="rId31"/>
    <p:sldId id="432" r:id="rId32"/>
    <p:sldId id="433" r:id="rId33"/>
    <p:sldId id="434" r:id="rId34"/>
    <p:sldId id="435" r:id="rId35"/>
    <p:sldId id="436" r:id="rId36"/>
    <p:sldId id="437" r:id="rId37"/>
    <p:sldId id="438" r:id="rId38"/>
    <p:sldId id="439" r:id="rId39"/>
    <p:sldId id="440" r:id="rId40"/>
    <p:sldId id="417" r:id="rId41"/>
    <p:sldId id="418" r:id="rId42"/>
    <p:sldId id="419" r:id="rId43"/>
    <p:sldId id="420" r:id="rId44"/>
  </p:sldIdLst>
  <p:sldSz cx="18288000" cy="10287000"/>
  <p:notesSz cx="6858000" cy="9144000"/>
  <p:embeddedFontLst>
    <p:embeddedFont>
      <p:font typeface="Avalon" panose="020B0604020202020204" charset="0"/>
      <p:regular r:id="rId46"/>
    </p:embeddedFont>
    <p:embeddedFont>
      <p:font typeface="Bricolage Grotesque Bold" panose="020B0604020202020204" charset="0"/>
      <p:regular r:id="rId47"/>
    </p:embeddedFont>
    <p:embeddedFont>
      <p:font typeface="Cambria" panose="02040503050406030204" pitchFamily="18" charset="0"/>
      <p:regular r:id="rId48"/>
      <p:bold r:id="rId49"/>
      <p:italic r:id="rId50"/>
      <p:boldItalic r:id="rId51"/>
    </p:embeddedFont>
    <p:embeddedFont>
      <p:font typeface="Cambria Math" panose="02040503050406030204" pitchFamily="18" charset="0"/>
      <p:regular r:id="rId52"/>
    </p:embeddedFont>
    <p:embeddedFont>
      <p:font typeface="DejaVu Sans Light" panose="020B0604020202020204" charset="0"/>
      <p:regular r:id="rId53"/>
    </p:embeddedFont>
    <p:embeddedFont>
      <p:font typeface="Inter" panose="020B0604020202020204" charset="0"/>
      <p:regular r:id="rId54"/>
    </p:embeddedFont>
    <p:embeddedFont>
      <p:font typeface="Inter Bold" panose="020B0604020202020204" charset="0"/>
      <p:regular r:id="rId55"/>
    </p:embeddedFont>
    <p:embeddedFont>
      <p:font typeface="Liberation Sans Bold" panose="020B0704020202020204" pitchFamily="34" charset="0"/>
      <p:regular r:id="rId56"/>
      <p:bold r:id="rId57"/>
    </p:embeddedFont>
    <p:embeddedFont>
      <p:font typeface="Proxima Nova Bold" panose="020B0604020202020204" charset="0"/>
      <p:regular r:id="rId58"/>
    </p:embeddedFont>
    <p:embeddedFont>
      <p:font typeface="Times New Roman Bold" panose="02020803070505020304" pitchFamily="18" charset="0"/>
      <p:regular r:id="rId59"/>
      <p:bold r:id="rId6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7FE"/>
    <a:srgbClr val="2AC4D8"/>
    <a:srgbClr val="EBD6FB"/>
    <a:srgbClr val="7030A0"/>
    <a:srgbClr val="9964CC"/>
    <a:srgbClr val="909090"/>
    <a:srgbClr val="6C63FF"/>
    <a:srgbClr val="CDC1FF"/>
    <a:srgbClr val="A594F9"/>
    <a:srgbClr val="F5E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94B266-A6DB-479E-9966-AADA3390BAD7}" v="668" dt="2026-10-11T20:08:30.954"/>
    <p1510:client id="{CF65B130-B271-4685-9E4D-61460AE95DB8}" v="435" dt="2026-10-11T20:23:52.3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898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font" Target="fonts/font10.fntdata"/><Relationship Id="rId63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8.fntdata"/><Relationship Id="rId58" Type="http://schemas.openxmlformats.org/officeDocument/2006/relationships/font" Target="fonts/font13.fntdata"/><Relationship Id="rId66" Type="http://schemas.microsoft.com/office/2015/10/relationships/revisionInfo" Target="revisionInfo.xml"/><Relationship Id="rId5" Type="http://schemas.openxmlformats.org/officeDocument/2006/relationships/slide" Target="slides/slide1.xml"/><Relationship Id="rId61" Type="http://schemas.openxmlformats.org/officeDocument/2006/relationships/presProps" Target="pres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font" Target="fonts/font3.fntdata"/><Relationship Id="rId56" Type="http://schemas.openxmlformats.org/officeDocument/2006/relationships/font" Target="fonts/font11.fntdata"/><Relationship Id="rId64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font" Target="fonts/font6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1.fntdata"/><Relationship Id="rId59" Type="http://schemas.openxmlformats.org/officeDocument/2006/relationships/font" Target="fonts/font14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9.fntdata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4.fntdata"/><Relationship Id="rId57" Type="http://schemas.openxmlformats.org/officeDocument/2006/relationships/font" Target="fonts/font12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7.fntdata"/><Relationship Id="rId60" Type="http://schemas.openxmlformats.org/officeDocument/2006/relationships/font" Target="fonts/font15.fntdata"/><Relationship Id="rId65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ziz dhifaoui" userId="a71dd549-9a7f-4b11-be81-ce6baa9925ee" providerId="ADAL" clId="{CEE57F83-6CD5-4134-B006-AA689D2D216F}"/>
    <pc:docChg chg="undo redo custSel addSld delSld modSld sldOrd">
      <pc:chgData name="aziz dhifaoui" userId="a71dd549-9a7f-4b11-be81-ce6baa9925ee" providerId="ADAL" clId="{CEE57F83-6CD5-4134-B006-AA689D2D216F}" dt="2026-10-11T20:08:30.954" v="2561" actId="1076"/>
      <pc:docMkLst>
        <pc:docMk/>
      </pc:docMkLst>
      <pc:sldChg chg="addSp delSp modSp">
        <pc:chgData name="aziz dhifaoui" userId="a71dd549-9a7f-4b11-be81-ce6baa9925ee" providerId="ADAL" clId="{CEE57F83-6CD5-4134-B006-AA689D2D216F}" dt="2026-10-10T12:46:38.356" v="7" actId="164"/>
        <pc:sldMkLst>
          <pc:docMk/>
          <pc:sldMk cId="0" sldId="257"/>
        </pc:sldMkLst>
        <pc:spChg chg="mod">
          <ac:chgData name="aziz dhifaoui" userId="a71dd549-9a7f-4b11-be81-ce6baa9925ee" providerId="ADAL" clId="{CEE57F83-6CD5-4134-B006-AA689D2D216F}" dt="2026-10-10T12:46:38.356" v="7" actId="164"/>
          <ac:spMkLst>
            <pc:docMk/>
            <pc:sldMk cId="0" sldId="257"/>
            <ac:spMk id="9" creationId="{00000000-0000-0000-0000-000000000000}"/>
          </ac:spMkLst>
        </pc:spChg>
        <pc:spChg chg="add del mod">
          <ac:chgData name="aziz dhifaoui" userId="a71dd549-9a7f-4b11-be81-ce6baa9925ee" providerId="ADAL" clId="{CEE57F83-6CD5-4134-B006-AA689D2D216F}" dt="2026-10-10T12:41:02.503" v="1"/>
          <ac:spMkLst>
            <pc:docMk/>
            <pc:sldMk cId="0" sldId="257"/>
            <ac:spMk id="10" creationId="{9BECF527-20FD-FDB9-3B9D-3CE8FD913E61}"/>
          </ac:spMkLst>
        </pc:spChg>
        <pc:spChg chg="add del mod">
          <ac:chgData name="aziz dhifaoui" userId="a71dd549-9a7f-4b11-be81-ce6baa9925ee" providerId="ADAL" clId="{CEE57F83-6CD5-4134-B006-AA689D2D216F}" dt="2026-10-10T12:41:31.865" v="3"/>
          <ac:spMkLst>
            <pc:docMk/>
            <pc:sldMk cId="0" sldId="257"/>
            <ac:spMk id="12" creationId="{D9326842-4D99-558D-6637-308B891D08FF}"/>
          </ac:spMkLst>
        </pc:spChg>
        <pc:spChg chg="add del mod">
          <ac:chgData name="aziz dhifaoui" userId="a71dd549-9a7f-4b11-be81-ce6baa9925ee" providerId="ADAL" clId="{CEE57F83-6CD5-4134-B006-AA689D2D216F}" dt="2026-10-10T12:41:38.901" v="5"/>
          <ac:spMkLst>
            <pc:docMk/>
            <pc:sldMk cId="0" sldId="257"/>
            <ac:spMk id="13" creationId="{5A68DA07-2FC5-43A6-005C-70E2DBBE0487}"/>
          </ac:spMkLst>
        </pc:spChg>
        <pc:spChg chg="mod">
          <ac:chgData name="aziz dhifaoui" userId="a71dd549-9a7f-4b11-be81-ce6baa9925ee" providerId="ADAL" clId="{CEE57F83-6CD5-4134-B006-AA689D2D216F}" dt="2026-10-10T12:46:38.356" v="7" actId="164"/>
          <ac:spMkLst>
            <pc:docMk/>
            <pc:sldMk cId="0" sldId="257"/>
            <ac:spMk id="18" creationId="{A5BBFCBE-DE03-4891-476E-D97F12333D1D}"/>
          </ac:spMkLst>
        </pc:spChg>
        <pc:grpChg chg="add mod">
          <ac:chgData name="aziz dhifaoui" userId="a71dd549-9a7f-4b11-be81-ce6baa9925ee" providerId="ADAL" clId="{CEE57F83-6CD5-4134-B006-AA689D2D216F}" dt="2026-10-10T12:46:38.356" v="7" actId="164"/>
          <ac:grpSpMkLst>
            <pc:docMk/>
            <pc:sldMk cId="0" sldId="257"/>
            <ac:grpSpMk id="21" creationId="{9F4B961C-F7CE-0AED-6873-B89DE8E52681}"/>
          </ac:grpSpMkLst>
        </pc:grpChg>
        <pc:cxnChg chg="mod">
          <ac:chgData name="aziz dhifaoui" userId="a71dd549-9a7f-4b11-be81-ce6baa9925ee" providerId="ADAL" clId="{CEE57F83-6CD5-4134-B006-AA689D2D216F}" dt="2026-10-10T12:46:38.356" v="7" actId="164"/>
          <ac:cxnSpMkLst>
            <pc:docMk/>
            <pc:sldMk cId="0" sldId="257"/>
            <ac:cxnSpMk id="11" creationId="{0687CFB5-5A1D-B465-AC8F-BD86BEB17E83}"/>
          </ac:cxnSpMkLst>
        </pc:cxnChg>
        <pc:cxnChg chg="mod">
          <ac:chgData name="aziz dhifaoui" userId="a71dd549-9a7f-4b11-be81-ce6baa9925ee" providerId="ADAL" clId="{CEE57F83-6CD5-4134-B006-AA689D2D216F}" dt="2026-10-10T12:46:38.356" v="7" actId="164"/>
          <ac:cxnSpMkLst>
            <pc:docMk/>
            <pc:sldMk cId="0" sldId="257"/>
            <ac:cxnSpMk id="14" creationId="{BB81C65F-3BF5-F09E-DB58-CE221D560A9A}"/>
          </ac:cxnSpMkLst>
        </pc:cxnChg>
      </pc:sldChg>
      <pc:sldChg chg="addSp delSp modSp mod">
        <pc:chgData name="aziz dhifaoui" userId="a71dd549-9a7f-4b11-be81-ce6baa9925ee" providerId="ADAL" clId="{CEE57F83-6CD5-4134-B006-AA689D2D216F}" dt="2026-10-11T20:05:55.519" v="2560" actId="1076"/>
        <pc:sldMkLst>
          <pc:docMk/>
          <pc:sldMk cId="0" sldId="260"/>
        </pc:sldMkLst>
        <pc:spChg chg="mod">
          <ac:chgData name="aziz dhifaoui" userId="a71dd549-9a7f-4b11-be81-ce6baa9925ee" providerId="ADAL" clId="{CEE57F83-6CD5-4134-B006-AA689D2D216F}" dt="2026-10-11T20:05:33.405" v="2556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aziz dhifaoui" userId="a71dd549-9a7f-4b11-be81-ce6baa9925ee" providerId="ADAL" clId="{CEE57F83-6CD5-4134-B006-AA689D2D216F}" dt="2026-10-10T12:49:31.471" v="11"/>
          <ac:spMkLst>
            <pc:docMk/>
            <pc:sldMk cId="0" sldId="260"/>
            <ac:spMk id="18" creationId="{00000000-0000-0000-0000-000000000000}"/>
          </ac:spMkLst>
        </pc:spChg>
        <pc:spChg chg="mod">
          <ac:chgData name="aziz dhifaoui" userId="a71dd549-9a7f-4b11-be81-ce6baa9925ee" providerId="ADAL" clId="{CEE57F83-6CD5-4134-B006-AA689D2D216F}" dt="2026-10-10T12:49:31.471" v="11"/>
          <ac:spMkLst>
            <pc:docMk/>
            <pc:sldMk cId="0" sldId="260"/>
            <ac:spMk id="19" creationId="{00000000-0000-0000-0000-000000000000}"/>
          </ac:spMkLst>
        </pc:spChg>
        <pc:spChg chg="mod">
          <ac:chgData name="aziz dhifaoui" userId="a71dd549-9a7f-4b11-be81-ce6baa9925ee" providerId="ADAL" clId="{CEE57F83-6CD5-4134-B006-AA689D2D216F}" dt="2026-10-10T12:49:31.471" v="11"/>
          <ac:spMkLst>
            <pc:docMk/>
            <pc:sldMk cId="0" sldId="260"/>
            <ac:spMk id="20" creationId="{00000000-0000-0000-0000-000000000000}"/>
          </ac:spMkLst>
        </pc:spChg>
        <pc:spChg chg="mod">
          <ac:chgData name="aziz dhifaoui" userId="a71dd549-9a7f-4b11-be81-ce6baa9925ee" providerId="ADAL" clId="{CEE57F83-6CD5-4134-B006-AA689D2D216F}" dt="2026-10-10T12:49:31.471" v="11"/>
          <ac:spMkLst>
            <pc:docMk/>
            <pc:sldMk cId="0" sldId="260"/>
            <ac:spMk id="21" creationId="{00000000-0000-0000-0000-000000000000}"/>
          </ac:spMkLst>
        </pc:spChg>
        <pc:spChg chg="mod">
          <ac:chgData name="aziz dhifaoui" userId="a71dd549-9a7f-4b11-be81-ce6baa9925ee" providerId="ADAL" clId="{CEE57F83-6CD5-4134-B006-AA689D2D216F}" dt="2026-10-10T12:50:09.941" v="13"/>
          <ac:spMkLst>
            <pc:docMk/>
            <pc:sldMk cId="0" sldId="260"/>
            <ac:spMk id="24" creationId="{00000000-0000-0000-0000-000000000000}"/>
          </ac:spMkLst>
        </pc:spChg>
        <pc:spChg chg="mod">
          <ac:chgData name="aziz dhifaoui" userId="a71dd549-9a7f-4b11-be81-ce6baa9925ee" providerId="ADAL" clId="{CEE57F83-6CD5-4134-B006-AA689D2D216F}" dt="2026-10-10T12:50:09.941" v="13"/>
          <ac:spMkLst>
            <pc:docMk/>
            <pc:sldMk cId="0" sldId="260"/>
            <ac:spMk id="25" creationId="{00000000-0000-0000-0000-000000000000}"/>
          </ac:spMkLst>
        </pc:spChg>
        <pc:spChg chg="mod">
          <ac:chgData name="aziz dhifaoui" userId="a71dd549-9a7f-4b11-be81-ce6baa9925ee" providerId="ADAL" clId="{CEE57F83-6CD5-4134-B006-AA689D2D216F}" dt="2026-10-10T12:50:09.941" v="13"/>
          <ac:spMkLst>
            <pc:docMk/>
            <pc:sldMk cId="0" sldId="260"/>
            <ac:spMk id="26" creationId="{00000000-0000-0000-0000-000000000000}"/>
          </ac:spMkLst>
        </pc:spChg>
        <pc:spChg chg="mod">
          <ac:chgData name="aziz dhifaoui" userId="a71dd549-9a7f-4b11-be81-ce6baa9925ee" providerId="ADAL" clId="{CEE57F83-6CD5-4134-B006-AA689D2D216F}" dt="2026-10-10T12:50:09.941" v="13"/>
          <ac:spMkLst>
            <pc:docMk/>
            <pc:sldMk cId="0" sldId="260"/>
            <ac:spMk id="27" creationId="{00000000-0000-0000-0000-000000000000}"/>
          </ac:spMkLst>
        </pc:spChg>
        <pc:spChg chg="mod">
          <ac:chgData name="aziz dhifaoui" userId="a71dd549-9a7f-4b11-be81-ce6baa9925ee" providerId="ADAL" clId="{CEE57F83-6CD5-4134-B006-AA689D2D216F}" dt="2026-10-10T12:50:51.384" v="17"/>
          <ac:spMkLst>
            <pc:docMk/>
            <pc:sldMk cId="0" sldId="260"/>
            <ac:spMk id="30" creationId="{00000000-0000-0000-0000-000000000000}"/>
          </ac:spMkLst>
        </pc:spChg>
        <pc:spChg chg="mod">
          <ac:chgData name="aziz dhifaoui" userId="a71dd549-9a7f-4b11-be81-ce6baa9925ee" providerId="ADAL" clId="{CEE57F83-6CD5-4134-B006-AA689D2D216F}" dt="2026-10-10T12:50:51.384" v="17"/>
          <ac:spMkLst>
            <pc:docMk/>
            <pc:sldMk cId="0" sldId="260"/>
            <ac:spMk id="31" creationId="{00000000-0000-0000-0000-000000000000}"/>
          </ac:spMkLst>
        </pc:spChg>
        <pc:spChg chg="mod">
          <ac:chgData name="aziz dhifaoui" userId="a71dd549-9a7f-4b11-be81-ce6baa9925ee" providerId="ADAL" clId="{CEE57F83-6CD5-4134-B006-AA689D2D216F}" dt="2026-10-10T12:50:51.384" v="17"/>
          <ac:spMkLst>
            <pc:docMk/>
            <pc:sldMk cId="0" sldId="260"/>
            <ac:spMk id="32" creationId="{00000000-0000-0000-0000-000000000000}"/>
          </ac:spMkLst>
        </pc:spChg>
        <pc:spChg chg="mod">
          <ac:chgData name="aziz dhifaoui" userId="a71dd549-9a7f-4b11-be81-ce6baa9925ee" providerId="ADAL" clId="{CEE57F83-6CD5-4134-B006-AA689D2D216F}" dt="2026-10-10T12:50:51.384" v="17"/>
          <ac:spMkLst>
            <pc:docMk/>
            <pc:sldMk cId="0" sldId="260"/>
            <ac:spMk id="33" creationId="{00000000-0000-0000-0000-000000000000}"/>
          </ac:spMkLst>
        </pc:spChg>
        <pc:spChg chg="mod">
          <ac:chgData name="aziz dhifaoui" userId="a71dd549-9a7f-4b11-be81-ce6baa9925ee" providerId="ADAL" clId="{CEE57F83-6CD5-4134-B006-AA689D2D216F}" dt="2026-10-10T12:51:16.700" v="21"/>
          <ac:spMkLst>
            <pc:docMk/>
            <pc:sldMk cId="0" sldId="260"/>
            <ac:spMk id="36" creationId="{00000000-0000-0000-0000-000000000000}"/>
          </ac:spMkLst>
        </pc:spChg>
        <pc:spChg chg="mod">
          <ac:chgData name="aziz dhifaoui" userId="a71dd549-9a7f-4b11-be81-ce6baa9925ee" providerId="ADAL" clId="{CEE57F83-6CD5-4134-B006-AA689D2D216F}" dt="2026-10-10T12:51:16.700" v="21"/>
          <ac:spMkLst>
            <pc:docMk/>
            <pc:sldMk cId="0" sldId="260"/>
            <ac:spMk id="37" creationId="{00000000-0000-0000-0000-000000000000}"/>
          </ac:spMkLst>
        </pc:spChg>
        <pc:spChg chg="mod">
          <ac:chgData name="aziz dhifaoui" userId="a71dd549-9a7f-4b11-be81-ce6baa9925ee" providerId="ADAL" clId="{CEE57F83-6CD5-4134-B006-AA689D2D216F}" dt="2026-10-10T12:51:16.700" v="21"/>
          <ac:spMkLst>
            <pc:docMk/>
            <pc:sldMk cId="0" sldId="260"/>
            <ac:spMk id="38" creationId="{00000000-0000-0000-0000-000000000000}"/>
          </ac:spMkLst>
        </pc:spChg>
        <pc:spChg chg="mod">
          <ac:chgData name="aziz dhifaoui" userId="a71dd549-9a7f-4b11-be81-ce6baa9925ee" providerId="ADAL" clId="{CEE57F83-6CD5-4134-B006-AA689D2D216F}" dt="2026-10-10T12:51:16.700" v="21"/>
          <ac:spMkLst>
            <pc:docMk/>
            <pc:sldMk cId="0" sldId="260"/>
            <ac:spMk id="39" creationId="{00000000-0000-0000-0000-000000000000}"/>
          </ac:spMkLst>
        </pc:spChg>
        <pc:spChg chg="del">
          <ac:chgData name="aziz dhifaoui" userId="a71dd549-9a7f-4b11-be81-ce6baa9925ee" providerId="ADAL" clId="{CEE57F83-6CD5-4134-B006-AA689D2D216F}" dt="2026-10-11T20:03:51.707" v="2542" actId="478"/>
          <ac:spMkLst>
            <pc:docMk/>
            <pc:sldMk cId="0" sldId="260"/>
            <ac:spMk id="40" creationId="{00000000-0000-0000-0000-000000000000}"/>
          </ac:spMkLst>
        </pc:spChg>
        <pc:spChg chg="del">
          <ac:chgData name="aziz dhifaoui" userId="a71dd549-9a7f-4b11-be81-ce6baa9925ee" providerId="ADAL" clId="{CEE57F83-6CD5-4134-B006-AA689D2D216F}" dt="2026-10-11T20:03:51.707" v="2542" actId="478"/>
          <ac:spMkLst>
            <pc:docMk/>
            <pc:sldMk cId="0" sldId="260"/>
            <ac:spMk id="41" creationId="{00000000-0000-0000-0000-000000000000}"/>
          </ac:spMkLst>
        </pc:spChg>
        <pc:spChg chg="del">
          <ac:chgData name="aziz dhifaoui" userId="a71dd549-9a7f-4b11-be81-ce6baa9925ee" providerId="ADAL" clId="{CEE57F83-6CD5-4134-B006-AA689D2D216F}" dt="2026-10-11T20:03:51.707" v="2542" actId="478"/>
          <ac:spMkLst>
            <pc:docMk/>
            <pc:sldMk cId="0" sldId="260"/>
            <ac:spMk id="42" creationId="{00000000-0000-0000-0000-000000000000}"/>
          </ac:spMkLst>
        </pc:spChg>
        <pc:spChg chg="del">
          <ac:chgData name="aziz dhifaoui" userId="a71dd549-9a7f-4b11-be81-ce6baa9925ee" providerId="ADAL" clId="{CEE57F83-6CD5-4134-B006-AA689D2D216F}" dt="2026-10-11T20:03:51.707" v="2542" actId="478"/>
          <ac:spMkLst>
            <pc:docMk/>
            <pc:sldMk cId="0" sldId="260"/>
            <ac:spMk id="43" creationId="{00000000-0000-0000-0000-000000000000}"/>
          </ac:spMkLst>
        </pc:spChg>
        <pc:spChg chg="mod">
          <ac:chgData name="aziz dhifaoui" userId="a71dd549-9a7f-4b11-be81-ce6baa9925ee" providerId="ADAL" clId="{CEE57F83-6CD5-4134-B006-AA689D2D216F}" dt="2026-10-11T20:05:51.728" v="2559" actId="1076"/>
          <ac:spMkLst>
            <pc:docMk/>
            <pc:sldMk cId="0" sldId="260"/>
            <ac:spMk id="44" creationId="{00000000-0000-0000-0000-000000000000}"/>
          </ac:spMkLst>
        </pc:spChg>
        <pc:spChg chg="mod">
          <ac:chgData name="aziz dhifaoui" userId="a71dd549-9a7f-4b11-be81-ce6baa9925ee" providerId="ADAL" clId="{CEE57F83-6CD5-4134-B006-AA689D2D216F}" dt="2026-10-11T20:05:51.728" v="2559" actId="1076"/>
          <ac:spMkLst>
            <pc:docMk/>
            <pc:sldMk cId="0" sldId="260"/>
            <ac:spMk id="45" creationId="{00000000-0000-0000-0000-000000000000}"/>
          </ac:spMkLst>
        </pc:spChg>
        <pc:spChg chg="mod">
          <ac:chgData name="aziz dhifaoui" userId="a71dd549-9a7f-4b11-be81-ce6baa9925ee" providerId="ADAL" clId="{CEE57F83-6CD5-4134-B006-AA689D2D216F}" dt="2026-10-11T20:05:51.728" v="2559" actId="1076"/>
          <ac:spMkLst>
            <pc:docMk/>
            <pc:sldMk cId="0" sldId="260"/>
            <ac:spMk id="46" creationId="{00000000-0000-0000-0000-000000000000}"/>
          </ac:spMkLst>
        </pc:spChg>
        <pc:spChg chg="mod">
          <ac:chgData name="aziz dhifaoui" userId="a71dd549-9a7f-4b11-be81-ce6baa9925ee" providerId="ADAL" clId="{CEE57F83-6CD5-4134-B006-AA689D2D216F}" dt="2026-10-11T20:05:51.728" v="2559" actId="1076"/>
          <ac:spMkLst>
            <pc:docMk/>
            <pc:sldMk cId="0" sldId="260"/>
            <ac:spMk id="47" creationId="{00000000-0000-0000-0000-000000000000}"/>
          </ac:spMkLst>
        </pc:spChg>
        <pc:spChg chg="mod">
          <ac:chgData name="aziz dhifaoui" userId="a71dd549-9a7f-4b11-be81-ce6baa9925ee" providerId="ADAL" clId="{CEE57F83-6CD5-4134-B006-AA689D2D216F}" dt="2026-10-10T12:54:06.479" v="26"/>
          <ac:spMkLst>
            <pc:docMk/>
            <pc:sldMk cId="0" sldId="260"/>
            <ac:spMk id="50" creationId="{0EE0831C-527F-869A-6C83-8C8382E2DE4E}"/>
          </ac:spMkLst>
        </pc:spChg>
        <pc:spChg chg="mod">
          <ac:chgData name="aziz dhifaoui" userId="a71dd549-9a7f-4b11-be81-ce6baa9925ee" providerId="ADAL" clId="{CEE57F83-6CD5-4134-B006-AA689D2D216F}" dt="2026-10-10T12:54:06.479" v="26"/>
          <ac:spMkLst>
            <pc:docMk/>
            <pc:sldMk cId="0" sldId="260"/>
            <ac:spMk id="51" creationId="{C53DE424-5C81-6CBF-4F36-F8FC4B7066B2}"/>
          </ac:spMkLst>
        </pc:spChg>
        <pc:spChg chg="mod">
          <ac:chgData name="aziz dhifaoui" userId="a71dd549-9a7f-4b11-be81-ce6baa9925ee" providerId="ADAL" clId="{CEE57F83-6CD5-4134-B006-AA689D2D216F}" dt="2026-10-10T12:54:06.479" v="26"/>
          <ac:spMkLst>
            <pc:docMk/>
            <pc:sldMk cId="0" sldId="260"/>
            <ac:spMk id="52" creationId="{939E23F2-F045-5E1A-D29E-05F1DC924471}"/>
          </ac:spMkLst>
        </pc:spChg>
        <pc:spChg chg="mod">
          <ac:chgData name="aziz dhifaoui" userId="a71dd549-9a7f-4b11-be81-ce6baa9925ee" providerId="ADAL" clId="{CEE57F83-6CD5-4134-B006-AA689D2D216F}" dt="2026-10-10T12:54:06.479" v="26"/>
          <ac:spMkLst>
            <pc:docMk/>
            <pc:sldMk cId="0" sldId="260"/>
            <ac:spMk id="53" creationId="{EEFE8A51-8E4D-447A-9E1C-331CCF8DF8F0}"/>
          </ac:spMkLst>
        </pc:spChg>
        <pc:spChg chg="add mod">
          <ac:chgData name="aziz dhifaoui" userId="a71dd549-9a7f-4b11-be81-ce6baa9925ee" providerId="ADAL" clId="{CEE57F83-6CD5-4134-B006-AA689D2D216F}" dt="2026-10-11T20:05:51.728" v="2559" actId="1076"/>
          <ac:spMkLst>
            <pc:docMk/>
            <pc:sldMk cId="0" sldId="260"/>
            <ac:spMk id="54" creationId="{6E07FB1E-7096-0453-C1BB-BE00F0FE16BD}"/>
          </ac:spMkLst>
        </pc:spChg>
        <pc:spChg chg="del mod">
          <ac:chgData name="aziz dhifaoui" userId="a71dd549-9a7f-4b11-be81-ce6baa9925ee" providerId="ADAL" clId="{CEE57F83-6CD5-4134-B006-AA689D2D216F}" dt="2026-10-11T20:04:18.224" v="2548" actId="478"/>
          <ac:spMkLst>
            <pc:docMk/>
            <pc:sldMk cId="0" sldId="260"/>
            <ac:spMk id="104" creationId="{503FB38C-EF88-EA7A-014F-D6D5BBA92F89}"/>
          </ac:spMkLst>
        </pc:spChg>
        <pc:grpChg chg="del">
          <ac:chgData name="aziz dhifaoui" userId="a71dd549-9a7f-4b11-be81-ce6baa9925ee" providerId="ADAL" clId="{CEE57F83-6CD5-4134-B006-AA689D2D216F}" dt="2026-10-11T20:03:51.707" v="2542" actId="478"/>
          <ac:grpSpMkLst>
            <pc:docMk/>
            <pc:sldMk cId="0" sldId="260"/>
            <ac:grpSpMk id="4" creationId="{00000000-0000-0000-0000-000000000000}"/>
          </ac:grpSpMkLst>
        </pc:grpChg>
        <pc:grpChg chg="del">
          <ac:chgData name="aziz dhifaoui" userId="a71dd549-9a7f-4b11-be81-ce6baa9925ee" providerId="ADAL" clId="{CEE57F83-6CD5-4134-B006-AA689D2D216F}" dt="2026-10-11T20:03:46.846" v="2538" actId="478"/>
          <ac:grpSpMkLst>
            <pc:docMk/>
            <pc:sldMk cId="0" sldId="260"/>
            <ac:grpSpMk id="7" creationId="{00000000-0000-0000-0000-000000000000}"/>
          </ac:grpSpMkLst>
        </pc:grpChg>
        <pc:grpChg chg="del">
          <ac:chgData name="aziz dhifaoui" userId="a71dd549-9a7f-4b11-be81-ce6baa9925ee" providerId="ADAL" clId="{CEE57F83-6CD5-4134-B006-AA689D2D216F}" dt="2026-10-11T20:03:51.707" v="2542" actId="478"/>
          <ac:grpSpMkLst>
            <pc:docMk/>
            <pc:sldMk cId="0" sldId="260"/>
            <ac:grpSpMk id="10" creationId="{00000000-0000-0000-0000-000000000000}"/>
          </ac:grpSpMkLst>
        </pc:grpChg>
        <pc:grpChg chg="del">
          <ac:chgData name="aziz dhifaoui" userId="a71dd549-9a7f-4b11-be81-ce6baa9925ee" providerId="ADAL" clId="{CEE57F83-6CD5-4134-B006-AA689D2D216F}" dt="2026-10-11T20:03:51.707" v="2542" actId="478"/>
          <ac:grpSpMkLst>
            <pc:docMk/>
            <pc:sldMk cId="0" sldId="260"/>
            <ac:grpSpMk id="13" creationId="{00000000-0000-0000-0000-000000000000}"/>
          </ac:grpSpMkLst>
        </pc:grpChg>
        <pc:grpChg chg="mod">
          <ac:chgData name="aziz dhifaoui" userId="a71dd549-9a7f-4b11-be81-ce6baa9925ee" providerId="ADAL" clId="{CEE57F83-6CD5-4134-B006-AA689D2D216F}" dt="2026-10-11T20:05:51.728" v="2559" actId="1076"/>
          <ac:grpSpMkLst>
            <pc:docMk/>
            <pc:sldMk cId="0" sldId="260"/>
            <ac:grpSpMk id="16" creationId="{00000000-0000-0000-0000-000000000000}"/>
          </ac:grpSpMkLst>
        </pc:grpChg>
        <pc:grpChg chg="mod">
          <ac:chgData name="aziz dhifaoui" userId="a71dd549-9a7f-4b11-be81-ce6baa9925ee" providerId="ADAL" clId="{CEE57F83-6CD5-4134-B006-AA689D2D216F}" dt="2026-10-10T12:49:31.471" v="11"/>
          <ac:grpSpMkLst>
            <pc:docMk/>
            <pc:sldMk cId="0" sldId="260"/>
            <ac:grpSpMk id="17" creationId="{00000000-0000-0000-0000-000000000000}"/>
          </ac:grpSpMkLst>
        </pc:grpChg>
        <pc:grpChg chg="mod">
          <ac:chgData name="aziz dhifaoui" userId="a71dd549-9a7f-4b11-be81-ce6baa9925ee" providerId="ADAL" clId="{CEE57F83-6CD5-4134-B006-AA689D2D216F}" dt="2026-10-11T20:05:51.728" v="2559" actId="1076"/>
          <ac:grpSpMkLst>
            <pc:docMk/>
            <pc:sldMk cId="0" sldId="260"/>
            <ac:grpSpMk id="22" creationId="{00000000-0000-0000-0000-000000000000}"/>
          </ac:grpSpMkLst>
        </pc:grpChg>
        <pc:grpChg chg="mod">
          <ac:chgData name="aziz dhifaoui" userId="a71dd549-9a7f-4b11-be81-ce6baa9925ee" providerId="ADAL" clId="{CEE57F83-6CD5-4134-B006-AA689D2D216F}" dt="2026-10-10T12:50:09.941" v="13"/>
          <ac:grpSpMkLst>
            <pc:docMk/>
            <pc:sldMk cId="0" sldId="260"/>
            <ac:grpSpMk id="23" creationId="{00000000-0000-0000-0000-000000000000}"/>
          </ac:grpSpMkLst>
        </pc:grpChg>
        <pc:grpChg chg="mod">
          <ac:chgData name="aziz dhifaoui" userId="a71dd549-9a7f-4b11-be81-ce6baa9925ee" providerId="ADAL" clId="{CEE57F83-6CD5-4134-B006-AA689D2D216F}" dt="2026-10-11T20:05:51.728" v="2559" actId="1076"/>
          <ac:grpSpMkLst>
            <pc:docMk/>
            <pc:sldMk cId="0" sldId="260"/>
            <ac:grpSpMk id="28" creationId="{00000000-0000-0000-0000-000000000000}"/>
          </ac:grpSpMkLst>
        </pc:grpChg>
        <pc:grpChg chg="mod">
          <ac:chgData name="aziz dhifaoui" userId="a71dd549-9a7f-4b11-be81-ce6baa9925ee" providerId="ADAL" clId="{CEE57F83-6CD5-4134-B006-AA689D2D216F}" dt="2026-10-10T12:50:51.384" v="17"/>
          <ac:grpSpMkLst>
            <pc:docMk/>
            <pc:sldMk cId="0" sldId="260"/>
            <ac:grpSpMk id="29" creationId="{00000000-0000-0000-0000-000000000000}"/>
          </ac:grpSpMkLst>
        </pc:grpChg>
        <pc:grpChg chg="mod">
          <ac:chgData name="aziz dhifaoui" userId="a71dd549-9a7f-4b11-be81-ce6baa9925ee" providerId="ADAL" clId="{CEE57F83-6CD5-4134-B006-AA689D2D216F}" dt="2026-10-11T20:05:51.728" v="2559" actId="1076"/>
          <ac:grpSpMkLst>
            <pc:docMk/>
            <pc:sldMk cId="0" sldId="260"/>
            <ac:grpSpMk id="34" creationId="{00000000-0000-0000-0000-000000000000}"/>
          </ac:grpSpMkLst>
        </pc:grpChg>
        <pc:grpChg chg="mod">
          <ac:chgData name="aziz dhifaoui" userId="a71dd549-9a7f-4b11-be81-ce6baa9925ee" providerId="ADAL" clId="{CEE57F83-6CD5-4134-B006-AA689D2D216F}" dt="2026-10-10T12:51:16.700" v="21"/>
          <ac:grpSpMkLst>
            <pc:docMk/>
            <pc:sldMk cId="0" sldId="260"/>
            <ac:grpSpMk id="35" creationId="{00000000-0000-0000-0000-000000000000}"/>
          </ac:grpSpMkLst>
        </pc:grpChg>
        <pc:grpChg chg="add mod">
          <ac:chgData name="aziz dhifaoui" userId="a71dd549-9a7f-4b11-be81-ce6baa9925ee" providerId="ADAL" clId="{CEE57F83-6CD5-4134-B006-AA689D2D216F}" dt="2026-10-11T20:05:51.728" v="2559" actId="1076"/>
          <ac:grpSpMkLst>
            <pc:docMk/>
            <pc:sldMk cId="0" sldId="260"/>
            <ac:grpSpMk id="48" creationId="{FBEA7B57-8320-8F0C-1660-81044F7119FB}"/>
          </ac:grpSpMkLst>
        </pc:grpChg>
        <pc:grpChg chg="mod">
          <ac:chgData name="aziz dhifaoui" userId="a71dd549-9a7f-4b11-be81-ce6baa9925ee" providerId="ADAL" clId="{CEE57F83-6CD5-4134-B006-AA689D2D216F}" dt="2026-10-10T12:54:06.479" v="26"/>
          <ac:grpSpMkLst>
            <pc:docMk/>
            <pc:sldMk cId="0" sldId="260"/>
            <ac:grpSpMk id="49" creationId="{A8FD82A8-BEF3-3734-30B4-BA89D5C4E1CD}"/>
          </ac:grpSpMkLst>
        </pc:grpChg>
        <pc:picChg chg="add del">
          <ac:chgData name="aziz dhifaoui" userId="a71dd549-9a7f-4b11-be81-ce6baa9925ee" providerId="ADAL" clId="{CEE57F83-6CD5-4134-B006-AA689D2D216F}" dt="2026-10-11T20:03:44.434" v="2537" actId="478"/>
          <ac:picMkLst>
            <pc:docMk/>
            <pc:sldMk cId="0" sldId="260"/>
            <ac:picMk id="3" creationId="{00000000-0000-0000-0000-000000000000}"/>
          </ac:picMkLst>
        </pc:picChg>
        <pc:picChg chg="add del mod">
          <ac:chgData name="aziz dhifaoui" userId="a71dd549-9a7f-4b11-be81-ce6baa9925ee" providerId="ADAL" clId="{CEE57F83-6CD5-4134-B006-AA689D2D216F}" dt="2026-10-11T20:01:35.880" v="2534" actId="478"/>
          <ac:picMkLst>
            <pc:docMk/>
            <pc:sldMk cId="0" sldId="260"/>
            <ac:picMk id="56" creationId="{78C99ADA-EDC2-79A0-78E5-01F17606726E}"/>
          </ac:picMkLst>
        </pc:picChg>
        <pc:picChg chg="add del mod modCrop">
          <ac:chgData name="aziz dhifaoui" userId="a71dd549-9a7f-4b11-be81-ce6baa9925ee" providerId="ADAL" clId="{CEE57F83-6CD5-4134-B006-AA689D2D216F}" dt="2026-10-11T20:05:55.519" v="2560" actId="1076"/>
          <ac:picMkLst>
            <pc:docMk/>
            <pc:sldMk cId="0" sldId="260"/>
            <ac:picMk id="58" creationId="{1F0AC385-F4E4-6115-80B9-62DFE224946F}"/>
          </ac:picMkLst>
        </pc:picChg>
      </pc:sldChg>
      <pc:sldChg chg="addSp delSp modSp mod">
        <pc:chgData name="aziz dhifaoui" userId="a71dd549-9a7f-4b11-be81-ce6baa9925ee" providerId="ADAL" clId="{CEE57F83-6CD5-4134-B006-AA689D2D216F}" dt="2026-10-11T10:21:24.934" v="311"/>
        <pc:sldMkLst>
          <pc:docMk/>
          <pc:sldMk cId="0" sldId="261"/>
        </pc:sldMkLst>
        <pc:spChg chg="mod">
          <ac:chgData name="aziz dhifaoui" userId="a71dd549-9a7f-4b11-be81-ce6baa9925ee" providerId="ADAL" clId="{CEE57F83-6CD5-4134-B006-AA689D2D216F}" dt="2026-10-10T13:01:34.800" v="34"/>
          <ac:spMkLst>
            <pc:docMk/>
            <pc:sldMk cId="0" sldId="261"/>
            <ac:spMk id="6" creationId="{00000000-0000-0000-0000-000000000000}"/>
          </ac:spMkLst>
        </pc:spChg>
        <pc:spChg chg="mod">
          <ac:chgData name="aziz dhifaoui" userId="a71dd549-9a7f-4b11-be81-ce6baa9925ee" providerId="ADAL" clId="{CEE57F83-6CD5-4134-B006-AA689D2D216F}" dt="2026-10-10T12:57:38.319" v="28"/>
          <ac:spMkLst>
            <pc:docMk/>
            <pc:sldMk cId="0" sldId="261"/>
            <ac:spMk id="14" creationId="{00000000-0000-0000-0000-000000000000}"/>
          </ac:spMkLst>
        </pc:spChg>
        <pc:spChg chg="mod">
          <ac:chgData name="aziz dhifaoui" userId="a71dd549-9a7f-4b11-be81-ce6baa9925ee" providerId="ADAL" clId="{CEE57F83-6CD5-4134-B006-AA689D2D216F}" dt="2026-10-10T12:57:44.915" v="30"/>
          <ac:spMkLst>
            <pc:docMk/>
            <pc:sldMk cId="0" sldId="261"/>
            <ac:spMk id="23" creationId="{00000000-0000-0000-0000-000000000000}"/>
          </ac:spMkLst>
        </pc:spChg>
        <pc:spChg chg="mod">
          <ac:chgData name="aziz dhifaoui" userId="a71dd549-9a7f-4b11-be81-ce6baa9925ee" providerId="ADAL" clId="{CEE57F83-6CD5-4134-B006-AA689D2D216F}" dt="2026-10-10T12:59:22.747" v="32"/>
          <ac:spMkLst>
            <pc:docMk/>
            <pc:sldMk cId="0" sldId="261"/>
            <ac:spMk id="32" creationId="{00000000-0000-0000-0000-000000000000}"/>
          </ac:spMkLst>
        </pc:spChg>
        <pc:spChg chg="del">
          <ac:chgData name="aziz dhifaoui" userId="a71dd549-9a7f-4b11-be81-ce6baa9925ee" providerId="ADAL" clId="{CEE57F83-6CD5-4134-B006-AA689D2D216F}" dt="2026-10-10T13:43:14.436" v="35"/>
          <ac:spMkLst>
            <pc:docMk/>
            <pc:sldMk cId="0" sldId="261"/>
            <ac:spMk id="104" creationId="{8A74923E-39F3-7BC9-865B-1F757F0F2A0D}"/>
          </ac:spMkLst>
        </pc:spChg>
        <pc:spChg chg="add mod">
          <ac:chgData name="aziz dhifaoui" userId="a71dd549-9a7f-4b11-be81-ce6baa9925ee" providerId="ADAL" clId="{CEE57F83-6CD5-4134-B006-AA689D2D216F}" dt="2026-10-10T13:48:09.556" v="38"/>
          <ac:spMkLst>
            <pc:docMk/>
            <pc:sldMk cId="0" sldId="261"/>
            <ac:spMk id="105" creationId="{18D4E9E8-C674-65F4-3DCD-1FC5CFB97F09}"/>
          </ac:spMkLst>
        </pc:spChg>
        <pc:spChg chg="mod">
          <ac:chgData name="aziz dhifaoui" userId="a71dd549-9a7f-4b11-be81-ce6baa9925ee" providerId="ADAL" clId="{CEE57F83-6CD5-4134-B006-AA689D2D216F}" dt="2026-10-10T13:48:25.212" v="40"/>
          <ac:spMkLst>
            <pc:docMk/>
            <pc:sldMk cId="0" sldId="261"/>
            <ac:spMk id="107" creationId="{F5BD46F0-D8A1-0340-E39D-52B8EF8C18FE}"/>
          </ac:spMkLst>
        </pc:spChg>
        <pc:spChg chg="mod">
          <ac:chgData name="aziz dhifaoui" userId="a71dd549-9a7f-4b11-be81-ce6baa9925ee" providerId="ADAL" clId="{CEE57F83-6CD5-4134-B006-AA689D2D216F}" dt="2026-10-10T13:48:33.056" v="42"/>
          <ac:spMkLst>
            <pc:docMk/>
            <pc:sldMk cId="0" sldId="261"/>
            <ac:spMk id="109" creationId="{D0747B83-F41A-BE82-6C35-5CA35773C8D3}"/>
          </ac:spMkLst>
        </pc:spChg>
        <pc:spChg chg="mod">
          <ac:chgData name="aziz dhifaoui" userId="a71dd549-9a7f-4b11-be81-ce6baa9925ee" providerId="ADAL" clId="{CEE57F83-6CD5-4134-B006-AA689D2D216F}" dt="2026-10-11T10:21:03.998" v="304" actId="1035"/>
          <ac:spMkLst>
            <pc:docMk/>
            <pc:sldMk cId="0" sldId="261"/>
            <ac:spMk id="115" creationId="{AFF29230-8165-93B6-8677-0D4F1357CA82}"/>
          </ac:spMkLst>
        </pc:spChg>
        <pc:spChg chg="mod">
          <ac:chgData name="aziz dhifaoui" userId="a71dd549-9a7f-4b11-be81-ce6baa9925ee" providerId="ADAL" clId="{CEE57F83-6CD5-4134-B006-AA689D2D216F}" dt="2026-10-11T10:21:15.083" v="308" actId="1035"/>
          <ac:spMkLst>
            <pc:docMk/>
            <pc:sldMk cId="0" sldId="261"/>
            <ac:spMk id="117" creationId="{F8D38538-9737-0EAC-1743-5764CC4F2B44}"/>
          </ac:spMkLst>
        </pc:spChg>
        <pc:spChg chg="mod">
          <ac:chgData name="aziz dhifaoui" userId="a71dd549-9a7f-4b11-be81-ce6baa9925ee" providerId="ADAL" clId="{CEE57F83-6CD5-4134-B006-AA689D2D216F}" dt="2026-10-11T10:21:24.934" v="311"/>
          <ac:spMkLst>
            <pc:docMk/>
            <pc:sldMk cId="0" sldId="261"/>
            <ac:spMk id="119" creationId="{D3691284-4B20-6280-CD88-618700B4D727}"/>
          </ac:spMkLst>
        </pc:spChg>
        <pc:spChg chg="mod">
          <ac:chgData name="aziz dhifaoui" userId="a71dd549-9a7f-4b11-be81-ce6baa9925ee" providerId="ADAL" clId="{CEE57F83-6CD5-4134-B006-AA689D2D216F}" dt="2026-10-10T14:01:51.755" v="46"/>
          <ac:spMkLst>
            <pc:docMk/>
            <pc:sldMk cId="0" sldId="261"/>
            <ac:spMk id="123" creationId="{6881B76F-5E82-DECC-610F-40E93252C02D}"/>
          </ac:spMkLst>
        </pc:spChg>
        <pc:spChg chg="mod">
          <ac:chgData name="aziz dhifaoui" userId="a71dd549-9a7f-4b11-be81-ce6baa9925ee" providerId="ADAL" clId="{CEE57F83-6CD5-4134-B006-AA689D2D216F}" dt="2026-10-10T14:02:10.038" v="48"/>
          <ac:spMkLst>
            <pc:docMk/>
            <pc:sldMk cId="0" sldId="261"/>
            <ac:spMk id="125" creationId="{F8D8FC8C-F461-A07D-5E23-24F6FD42F39F}"/>
          </ac:spMkLst>
        </pc:spChg>
      </pc:sldChg>
      <pc:sldChg chg="addSp delSp modSp mod">
        <pc:chgData name="aziz dhifaoui" userId="a71dd549-9a7f-4b11-be81-ce6baa9925ee" providerId="ADAL" clId="{CEE57F83-6CD5-4134-B006-AA689D2D216F}" dt="2026-10-11T18:55:24.802" v="1998" actId="1076"/>
        <pc:sldMkLst>
          <pc:docMk/>
          <pc:sldMk cId="0" sldId="262"/>
        </pc:sldMkLst>
        <pc:spChg chg="add del mod">
          <ac:chgData name="aziz dhifaoui" userId="a71dd549-9a7f-4b11-be81-ce6baa9925ee" providerId="ADAL" clId="{CEE57F83-6CD5-4134-B006-AA689D2D216F}" dt="2026-10-11T18:55:08.008" v="1994"/>
          <ac:spMkLst>
            <pc:docMk/>
            <pc:sldMk cId="0" sldId="262"/>
            <ac:spMk id="2" creationId="{53888D41-9253-62E3-3617-554506AA5670}"/>
          </ac:spMkLst>
        </pc:spChg>
        <pc:spChg chg="mod">
          <ac:chgData name="aziz dhifaoui" userId="a71dd549-9a7f-4b11-be81-ce6baa9925ee" providerId="ADAL" clId="{CEE57F83-6CD5-4134-B006-AA689D2D216F}" dt="2026-10-11T18:55:24.802" v="1998" actId="1076"/>
          <ac:spMkLst>
            <pc:docMk/>
            <pc:sldMk cId="0" sldId="262"/>
            <ac:spMk id="4" creationId="{00000000-0000-0000-0000-000000000000}"/>
          </ac:spMkLst>
        </pc:spChg>
        <pc:spChg chg="mod">
          <ac:chgData name="aziz dhifaoui" userId="a71dd549-9a7f-4b11-be81-ce6baa9925ee" providerId="ADAL" clId="{CEE57F83-6CD5-4134-B006-AA689D2D216F}" dt="2026-10-11T18:55:17.088" v="1996" actId="164"/>
          <ac:spMkLst>
            <pc:docMk/>
            <pc:sldMk cId="0" sldId="262"/>
            <ac:spMk id="7" creationId="{00000000-0000-0000-0000-000000000000}"/>
          </ac:spMkLst>
        </pc:spChg>
        <pc:spChg chg="mod">
          <ac:chgData name="aziz dhifaoui" userId="a71dd549-9a7f-4b11-be81-ce6baa9925ee" providerId="ADAL" clId="{CEE57F83-6CD5-4134-B006-AA689D2D216F}" dt="2026-10-11T18:55:17.088" v="1996" actId="164"/>
          <ac:spMkLst>
            <pc:docMk/>
            <pc:sldMk cId="0" sldId="262"/>
            <ac:spMk id="10" creationId="{00000000-0000-0000-0000-000000000000}"/>
          </ac:spMkLst>
        </pc:spChg>
        <pc:spChg chg="del">
          <ac:chgData name="aziz dhifaoui" userId="a71dd549-9a7f-4b11-be81-ce6baa9925ee" providerId="ADAL" clId="{CEE57F83-6CD5-4134-B006-AA689D2D216F}" dt="2026-10-10T14:08:03.603" v="5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aziz dhifaoui" userId="a71dd549-9a7f-4b11-be81-ce6baa9925ee" providerId="ADAL" clId="{CEE57F83-6CD5-4134-B006-AA689D2D216F}" dt="2026-10-11T18:55:17.088" v="1996" actId="164"/>
          <ac:spMkLst>
            <pc:docMk/>
            <pc:sldMk cId="0" sldId="262"/>
            <ac:spMk id="15" creationId="{00000000-0000-0000-0000-000000000000}"/>
          </ac:spMkLst>
        </pc:spChg>
        <pc:spChg chg="del">
          <ac:chgData name="aziz dhifaoui" userId="a71dd549-9a7f-4b11-be81-ce6baa9925ee" providerId="ADAL" clId="{CEE57F83-6CD5-4134-B006-AA689D2D216F}" dt="2026-10-10T14:06:51.489" v="49"/>
          <ac:spMkLst>
            <pc:docMk/>
            <pc:sldMk cId="0" sldId="262"/>
            <ac:spMk id="18" creationId="{00000000-0000-0000-0000-000000000000}"/>
          </ac:spMkLst>
        </pc:spChg>
        <pc:spChg chg="mod">
          <ac:chgData name="aziz dhifaoui" userId="a71dd549-9a7f-4b11-be81-ce6baa9925ee" providerId="ADAL" clId="{CEE57F83-6CD5-4134-B006-AA689D2D216F}" dt="2026-10-10T14:09:13.642" v="62"/>
          <ac:spMkLst>
            <pc:docMk/>
            <pc:sldMk cId="0" sldId="262"/>
            <ac:spMk id="27" creationId="{DDCDD000-547B-6F2A-941C-9E4E46B3FCFB}"/>
          </ac:spMkLst>
        </pc:spChg>
        <pc:spChg chg="mod">
          <ac:chgData name="aziz dhifaoui" userId="a71dd549-9a7f-4b11-be81-ce6baa9925ee" providerId="ADAL" clId="{CEE57F83-6CD5-4134-B006-AA689D2D216F}" dt="2026-10-11T18:55:17.088" v="1996" actId="164"/>
          <ac:spMkLst>
            <pc:docMk/>
            <pc:sldMk cId="0" sldId="262"/>
            <ac:spMk id="29" creationId="{88B538CF-BE48-2744-9FF1-9B068975514D}"/>
          </ac:spMkLst>
        </pc:spChg>
        <pc:spChg chg="mod">
          <ac:chgData name="aziz dhifaoui" userId="a71dd549-9a7f-4b11-be81-ce6baa9925ee" providerId="ADAL" clId="{CEE57F83-6CD5-4134-B006-AA689D2D216F}" dt="2026-10-11T18:55:17.088" v="1996" actId="164"/>
          <ac:spMkLst>
            <pc:docMk/>
            <pc:sldMk cId="0" sldId="262"/>
            <ac:spMk id="31" creationId="{7A8EC5AA-ACDE-9347-A4DD-0EEEFD4E7058}"/>
          </ac:spMkLst>
        </pc:spChg>
        <pc:spChg chg="mod">
          <ac:chgData name="aziz dhifaoui" userId="a71dd549-9a7f-4b11-be81-ce6baa9925ee" providerId="ADAL" clId="{CEE57F83-6CD5-4134-B006-AA689D2D216F}" dt="2026-10-11T18:55:17.088" v="1996" actId="164"/>
          <ac:spMkLst>
            <pc:docMk/>
            <pc:sldMk cId="0" sldId="262"/>
            <ac:spMk id="33" creationId="{CBD61239-7148-CA8E-D03B-C508A294EDF8}"/>
          </ac:spMkLst>
        </pc:spChg>
        <pc:spChg chg="mod">
          <ac:chgData name="aziz dhifaoui" userId="a71dd549-9a7f-4b11-be81-ce6baa9925ee" providerId="ADAL" clId="{CEE57F83-6CD5-4134-B006-AA689D2D216F}" dt="2026-10-11T18:55:17.088" v="1996" actId="164"/>
          <ac:spMkLst>
            <pc:docMk/>
            <pc:sldMk cId="0" sldId="262"/>
            <ac:spMk id="35" creationId="{4B9CEB1C-8AC2-82BC-3E43-B519C665C06C}"/>
          </ac:spMkLst>
        </pc:spChg>
        <pc:spChg chg="mod">
          <ac:chgData name="aziz dhifaoui" userId="a71dd549-9a7f-4b11-be81-ce6baa9925ee" providerId="ADAL" clId="{CEE57F83-6CD5-4134-B006-AA689D2D216F}" dt="2026-10-11T18:55:17.088" v="1996" actId="164"/>
          <ac:spMkLst>
            <pc:docMk/>
            <pc:sldMk cId="0" sldId="262"/>
            <ac:spMk id="37" creationId="{8C1B675B-2D18-70A7-A0AE-98DB1F57F35D}"/>
          </ac:spMkLst>
        </pc:spChg>
        <pc:spChg chg="mod">
          <ac:chgData name="aziz dhifaoui" userId="a71dd549-9a7f-4b11-be81-ce6baa9925ee" providerId="ADAL" clId="{CEE57F83-6CD5-4134-B006-AA689D2D216F}" dt="2026-10-11T18:55:17.088" v="1996" actId="164"/>
          <ac:spMkLst>
            <pc:docMk/>
            <pc:sldMk cId="0" sldId="262"/>
            <ac:spMk id="39" creationId="{E33BECD6-9586-EFFD-62EB-11B2F5D73D6E}"/>
          </ac:spMkLst>
        </pc:spChg>
        <pc:spChg chg="mod">
          <ac:chgData name="aziz dhifaoui" userId="a71dd549-9a7f-4b11-be81-ce6baa9925ee" providerId="ADAL" clId="{CEE57F83-6CD5-4134-B006-AA689D2D216F}" dt="2026-10-11T18:55:17.088" v="1996" actId="164"/>
          <ac:spMkLst>
            <pc:docMk/>
            <pc:sldMk cId="0" sldId="262"/>
            <ac:spMk id="41" creationId="{9A3412E0-6026-1EAC-8F23-211D5864CF7C}"/>
          </ac:spMkLst>
        </pc:spChg>
        <pc:grpChg chg="mod">
          <ac:chgData name="aziz dhifaoui" userId="a71dd549-9a7f-4b11-be81-ce6baa9925ee" providerId="ADAL" clId="{CEE57F83-6CD5-4134-B006-AA689D2D216F}" dt="2026-10-11T18:55:19.017" v="1997" actId="1076"/>
          <ac:grpSpMkLst>
            <pc:docMk/>
            <pc:sldMk cId="0" sldId="262"/>
            <ac:grpSpMk id="3" creationId="{72851586-934C-1AE0-A4F2-08FBFFF248DB}"/>
          </ac:grpSpMkLst>
        </pc:grpChg>
      </pc:sldChg>
      <pc:sldChg chg="addSp modSp">
        <pc:chgData name="aziz dhifaoui" userId="a71dd549-9a7f-4b11-be81-ce6baa9925ee" providerId="ADAL" clId="{CEE57F83-6CD5-4134-B006-AA689D2D216F}" dt="2026-10-10T14:17:45.700" v="91"/>
        <pc:sldMkLst>
          <pc:docMk/>
          <pc:sldMk cId="300066359" sldId="368"/>
        </pc:sldMkLst>
        <pc:spChg chg="mod">
          <ac:chgData name="aziz dhifaoui" userId="a71dd549-9a7f-4b11-be81-ce6baa9925ee" providerId="ADAL" clId="{CEE57F83-6CD5-4134-B006-AA689D2D216F}" dt="2026-10-10T14:14:06.413" v="77" actId="164"/>
          <ac:spMkLst>
            <pc:docMk/>
            <pc:sldMk cId="300066359" sldId="368"/>
            <ac:spMk id="6" creationId="{2577C069-E751-7C7E-364A-D40F0509B105}"/>
          </ac:spMkLst>
        </pc:spChg>
        <pc:spChg chg="mod">
          <ac:chgData name="aziz dhifaoui" userId="a71dd549-9a7f-4b11-be81-ce6baa9925ee" providerId="ADAL" clId="{CEE57F83-6CD5-4134-B006-AA689D2D216F}" dt="2026-10-10T14:14:06.413" v="77" actId="164"/>
          <ac:spMkLst>
            <pc:docMk/>
            <pc:sldMk cId="300066359" sldId="368"/>
            <ac:spMk id="8" creationId="{6B150BBC-A0B9-6E4A-7FF6-20C3ADCEF41D}"/>
          </ac:spMkLst>
        </pc:spChg>
        <pc:spChg chg="mod">
          <ac:chgData name="aziz dhifaoui" userId="a71dd549-9a7f-4b11-be81-ce6baa9925ee" providerId="ADAL" clId="{CEE57F83-6CD5-4134-B006-AA689D2D216F}" dt="2026-10-10T14:14:06.413" v="77" actId="164"/>
          <ac:spMkLst>
            <pc:docMk/>
            <pc:sldMk cId="300066359" sldId="368"/>
            <ac:spMk id="9" creationId="{D5CBAC28-DB5B-701E-4553-8CE1EF26AA56}"/>
          </ac:spMkLst>
        </pc:spChg>
        <pc:spChg chg="mod">
          <ac:chgData name="aziz dhifaoui" userId="a71dd549-9a7f-4b11-be81-ce6baa9925ee" providerId="ADAL" clId="{CEE57F83-6CD5-4134-B006-AA689D2D216F}" dt="2026-10-10T14:17:33.419" v="88"/>
          <ac:spMkLst>
            <pc:docMk/>
            <pc:sldMk cId="300066359" sldId="368"/>
            <ac:spMk id="13" creationId="{184592D7-9608-AE59-32EB-FCCD78316FAB}"/>
          </ac:spMkLst>
        </pc:spChg>
        <pc:spChg chg="mod">
          <ac:chgData name="aziz dhifaoui" userId="a71dd549-9a7f-4b11-be81-ce6baa9925ee" providerId="ADAL" clId="{CEE57F83-6CD5-4134-B006-AA689D2D216F}" dt="2026-10-10T14:14:50.945" v="82"/>
          <ac:spMkLst>
            <pc:docMk/>
            <pc:sldMk cId="300066359" sldId="368"/>
            <ac:spMk id="14" creationId="{8763CE19-E73F-7FBF-CE60-2C74DB790C7A}"/>
          </ac:spMkLst>
        </pc:spChg>
        <pc:spChg chg="mod">
          <ac:chgData name="aziz dhifaoui" userId="a71dd549-9a7f-4b11-be81-ce6baa9925ee" providerId="ADAL" clId="{CEE57F83-6CD5-4134-B006-AA689D2D216F}" dt="2026-10-10T14:14:50.945" v="82"/>
          <ac:spMkLst>
            <pc:docMk/>
            <pc:sldMk cId="300066359" sldId="368"/>
            <ac:spMk id="15" creationId="{2C71FB8B-8917-C94B-CC39-6DB2042DE0ED}"/>
          </ac:spMkLst>
        </pc:spChg>
        <pc:spChg chg="mod">
          <ac:chgData name="aziz dhifaoui" userId="a71dd549-9a7f-4b11-be81-ce6baa9925ee" providerId="ADAL" clId="{CEE57F83-6CD5-4134-B006-AA689D2D216F}" dt="2026-10-10T14:17:45.700" v="91"/>
          <ac:spMkLst>
            <pc:docMk/>
            <pc:sldMk cId="300066359" sldId="368"/>
            <ac:spMk id="18" creationId="{B5ED46BB-B106-449E-501E-75816BBDF731}"/>
          </ac:spMkLst>
        </pc:spChg>
        <pc:spChg chg="mod">
          <ac:chgData name="aziz dhifaoui" userId="a71dd549-9a7f-4b11-be81-ce6baa9925ee" providerId="ADAL" clId="{CEE57F83-6CD5-4134-B006-AA689D2D216F}" dt="2026-10-10T14:17:45.700" v="91"/>
          <ac:spMkLst>
            <pc:docMk/>
            <pc:sldMk cId="300066359" sldId="368"/>
            <ac:spMk id="26" creationId="{F9865371-E131-FF76-FD62-8CAFCBC5419F}"/>
          </ac:spMkLst>
        </pc:spChg>
        <pc:spChg chg="mod">
          <ac:chgData name="aziz dhifaoui" userId="a71dd549-9a7f-4b11-be81-ce6baa9925ee" providerId="ADAL" clId="{CEE57F83-6CD5-4134-B006-AA689D2D216F}" dt="2026-10-10T14:17:45.700" v="91"/>
          <ac:spMkLst>
            <pc:docMk/>
            <pc:sldMk cId="300066359" sldId="368"/>
            <ac:spMk id="27" creationId="{FE3BEDCB-1C4C-3B56-AD6B-1A73AE5DF02D}"/>
          </ac:spMkLst>
        </pc:spChg>
        <pc:grpChg chg="add mod">
          <ac:chgData name="aziz dhifaoui" userId="a71dd549-9a7f-4b11-be81-ce6baa9925ee" providerId="ADAL" clId="{CEE57F83-6CD5-4134-B006-AA689D2D216F}" dt="2026-10-10T14:14:06.413" v="77" actId="164"/>
          <ac:grpSpMkLst>
            <pc:docMk/>
            <pc:sldMk cId="300066359" sldId="368"/>
            <ac:grpSpMk id="10" creationId="{7DB74566-9AA4-C826-AD5E-1EF0D4128D68}"/>
          </ac:grpSpMkLst>
        </pc:grpChg>
        <pc:grpChg chg="add mod">
          <ac:chgData name="aziz dhifaoui" userId="a71dd549-9a7f-4b11-be81-ce6baa9925ee" providerId="ADAL" clId="{CEE57F83-6CD5-4134-B006-AA689D2D216F}" dt="2026-10-10T14:14:50.945" v="82"/>
          <ac:grpSpMkLst>
            <pc:docMk/>
            <pc:sldMk cId="300066359" sldId="368"/>
            <ac:grpSpMk id="11" creationId="{6FCF6FB2-1698-6E45-1CCF-BEB18B9EDF90}"/>
          </ac:grpSpMkLst>
        </pc:grpChg>
        <pc:grpChg chg="add mod">
          <ac:chgData name="aziz dhifaoui" userId="a71dd549-9a7f-4b11-be81-ce6baa9925ee" providerId="ADAL" clId="{CEE57F83-6CD5-4134-B006-AA689D2D216F}" dt="2026-10-10T14:17:45.700" v="91"/>
          <ac:grpSpMkLst>
            <pc:docMk/>
            <pc:sldMk cId="300066359" sldId="368"/>
            <ac:grpSpMk id="17" creationId="{A150486A-2E86-B3CC-DD6E-988A1F9C47E2}"/>
          </ac:grpSpMkLst>
        </pc:grpChg>
      </pc:sldChg>
      <pc:sldChg chg="modSp mod">
        <pc:chgData name="aziz dhifaoui" userId="a71dd549-9a7f-4b11-be81-ce6baa9925ee" providerId="ADAL" clId="{CEE57F83-6CD5-4134-B006-AA689D2D216F}" dt="2026-10-11T17:30:00.485" v="688" actId="14100"/>
        <pc:sldMkLst>
          <pc:docMk/>
          <pc:sldMk cId="4200781019" sldId="369"/>
        </pc:sldMkLst>
        <pc:graphicFrameChg chg="mod modGraphic">
          <ac:chgData name="aziz dhifaoui" userId="a71dd549-9a7f-4b11-be81-ce6baa9925ee" providerId="ADAL" clId="{CEE57F83-6CD5-4134-B006-AA689D2D216F}" dt="2026-10-11T17:30:00.485" v="688" actId="14100"/>
          <ac:graphicFrameMkLst>
            <pc:docMk/>
            <pc:sldMk cId="4200781019" sldId="369"/>
            <ac:graphicFrameMk id="7" creationId="{46888CA4-6D90-8567-ED4B-1D4C0D2B64D7}"/>
          </ac:graphicFrameMkLst>
        </pc:graphicFrameChg>
      </pc:sldChg>
      <pc:sldChg chg="addSp">
        <pc:chgData name="aziz dhifaoui" userId="a71dd549-9a7f-4b11-be81-ce6baa9925ee" providerId="ADAL" clId="{CEE57F83-6CD5-4134-B006-AA689D2D216F}" dt="2026-10-10T14:31:33.155" v="134"/>
        <pc:sldMkLst>
          <pc:docMk/>
          <pc:sldMk cId="3718051707" sldId="370"/>
        </pc:sldMkLst>
        <pc:picChg chg="add">
          <ac:chgData name="aziz dhifaoui" userId="a71dd549-9a7f-4b11-be81-ce6baa9925ee" providerId="ADAL" clId="{CEE57F83-6CD5-4134-B006-AA689D2D216F}" dt="2026-10-10T14:31:33.155" v="134"/>
          <ac:picMkLst>
            <pc:docMk/>
            <pc:sldMk cId="3718051707" sldId="370"/>
            <ac:picMk id="6" creationId="{E0FB598A-D717-549E-9F1B-8EBB7E32EA50}"/>
          </ac:picMkLst>
        </pc:picChg>
      </pc:sldChg>
      <pc:sldChg chg="modSp">
        <pc:chgData name="aziz dhifaoui" userId="a71dd549-9a7f-4b11-be81-ce6baa9925ee" providerId="ADAL" clId="{CEE57F83-6CD5-4134-B006-AA689D2D216F}" dt="2026-10-10T12:48:39.291" v="8"/>
        <pc:sldMkLst>
          <pc:docMk/>
          <pc:sldMk cId="3269726701" sldId="371"/>
        </pc:sldMkLst>
        <pc:spChg chg="mod">
          <ac:chgData name="aziz dhifaoui" userId="a71dd549-9a7f-4b11-be81-ce6baa9925ee" providerId="ADAL" clId="{CEE57F83-6CD5-4134-B006-AA689D2D216F}" dt="2026-10-10T12:48:39.291" v="8"/>
          <ac:spMkLst>
            <pc:docMk/>
            <pc:sldMk cId="3269726701" sldId="371"/>
            <ac:spMk id="5" creationId="{0A65C2FD-6780-BADA-F771-2FC009B28FD5}"/>
          </ac:spMkLst>
        </pc:spChg>
      </pc:sldChg>
      <pc:sldChg chg="addSp delSp modSp mod">
        <pc:chgData name="aziz dhifaoui" userId="a71dd549-9a7f-4b11-be81-ce6baa9925ee" providerId="ADAL" clId="{CEE57F83-6CD5-4134-B006-AA689D2D216F}" dt="2026-10-11T19:05:49.529" v="2015" actId="478"/>
        <pc:sldMkLst>
          <pc:docMk/>
          <pc:sldMk cId="1080874427" sldId="376"/>
        </pc:sldMkLst>
        <pc:spChg chg="add del mod">
          <ac:chgData name="aziz dhifaoui" userId="a71dd549-9a7f-4b11-be81-ce6baa9925ee" providerId="ADAL" clId="{CEE57F83-6CD5-4134-B006-AA689D2D216F}" dt="2026-10-10T14:40:23.569" v="137"/>
          <ac:spMkLst>
            <pc:docMk/>
            <pc:sldMk cId="1080874427" sldId="376"/>
            <ac:spMk id="4" creationId="{F6209E14-07E8-B4F5-A5AA-187C428016D0}"/>
          </ac:spMkLst>
        </pc:spChg>
        <pc:spChg chg="add del mod">
          <ac:chgData name="aziz dhifaoui" userId="a71dd549-9a7f-4b11-be81-ce6baa9925ee" providerId="ADAL" clId="{CEE57F83-6CD5-4134-B006-AA689D2D216F}" dt="2026-10-10T14:40:25.595" v="139"/>
          <ac:spMkLst>
            <pc:docMk/>
            <pc:sldMk cId="1080874427" sldId="376"/>
            <ac:spMk id="6" creationId="{5F05F59B-AD87-1217-EFCA-96AD12B47BDD}"/>
          </ac:spMkLst>
        </pc:spChg>
        <pc:picChg chg="del mod">
          <ac:chgData name="aziz dhifaoui" userId="a71dd549-9a7f-4b11-be81-ce6baa9925ee" providerId="ADAL" clId="{CEE57F83-6CD5-4134-B006-AA689D2D216F}" dt="2026-10-11T19:03:43.766" v="1999" actId="478"/>
          <ac:picMkLst>
            <pc:docMk/>
            <pc:sldMk cId="1080874427" sldId="376"/>
            <ac:picMk id="3" creationId="{59548498-5E53-87C5-F69F-10142AB0388F}"/>
          </ac:picMkLst>
        </pc:picChg>
        <pc:picChg chg="add del mod">
          <ac:chgData name="aziz dhifaoui" userId="a71dd549-9a7f-4b11-be81-ce6baa9925ee" providerId="ADAL" clId="{CEE57F83-6CD5-4134-B006-AA689D2D216F}" dt="2026-10-11T19:03:57.648" v="2003" actId="22"/>
          <ac:picMkLst>
            <pc:docMk/>
            <pc:sldMk cId="1080874427" sldId="376"/>
            <ac:picMk id="4" creationId="{EC5D52B2-1D21-32B7-F041-9AB666F063A2}"/>
          </ac:picMkLst>
        </pc:picChg>
        <pc:picChg chg="add del mod">
          <ac:chgData name="aziz dhifaoui" userId="a71dd549-9a7f-4b11-be81-ce6baa9925ee" providerId="ADAL" clId="{CEE57F83-6CD5-4134-B006-AA689D2D216F}" dt="2026-10-11T19:05:36.423" v="2009" actId="478"/>
          <ac:picMkLst>
            <pc:docMk/>
            <pc:sldMk cId="1080874427" sldId="376"/>
            <ac:picMk id="6" creationId="{D3EE7220-5553-0FF1-5136-2ECE78D78D02}"/>
          </ac:picMkLst>
        </pc:picChg>
        <pc:picChg chg="add del mod">
          <ac:chgData name="aziz dhifaoui" userId="a71dd549-9a7f-4b11-be81-ce6baa9925ee" providerId="ADAL" clId="{CEE57F83-6CD5-4134-B006-AA689D2D216F}" dt="2026-10-11T19:05:49.529" v="2015" actId="478"/>
          <ac:picMkLst>
            <pc:docMk/>
            <pc:sldMk cId="1080874427" sldId="376"/>
            <ac:picMk id="8" creationId="{65097364-F6DB-AD83-E72E-614DC60FA151}"/>
          </ac:picMkLst>
        </pc:picChg>
      </pc:sldChg>
      <pc:sldChg chg="ord">
        <pc:chgData name="aziz dhifaoui" userId="a71dd549-9a7f-4b11-be81-ce6baa9925ee" providerId="ADAL" clId="{CEE57F83-6CD5-4134-B006-AA689D2D216F}" dt="2026-10-10T14:42:04.759" v="142"/>
        <pc:sldMkLst>
          <pc:docMk/>
          <pc:sldMk cId="2073022476" sldId="383"/>
        </pc:sldMkLst>
      </pc:sldChg>
      <pc:sldChg chg="addSp">
        <pc:chgData name="aziz dhifaoui" userId="a71dd549-9a7f-4b11-be81-ce6baa9925ee" providerId="ADAL" clId="{CEE57F83-6CD5-4134-B006-AA689D2D216F}" dt="2026-10-10T14:51:14.930" v="143"/>
        <pc:sldMkLst>
          <pc:docMk/>
          <pc:sldMk cId="180052311" sldId="384"/>
        </pc:sldMkLst>
        <pc:picChg chg="add">
          <ac:chgData name="aziz dhifaoui" userId="a71dd549-9a7f-4b11-be81-ce6baa9925ee" providerId="ADAL" clId="{CEE57F83-6CD5-4134-B006-AA689D2D216F}" dt="2026-10-10T14:51:14.930" v="143"/>
          <ac:picMkLst>
            <pc:docMk/>
            <pc:sldMk cId="180052311" sldId="384"/>
            <ac:picMk id="3" creationId="{2EAAEE33-916F-16D0-8ED8-D2352EBE316F}"/>
          </ac:picMkLst>
        </pc:picChg>
      </pc:sldChg>
      <pc:sldChg chg="addSp delSp modSp">
        <pc:chgData name="aziz dhifaoui" userId="a71dd549-9a7f-4b11-be81-ce6baa9925ee" providerId="ADAL" clId="{CEE57F83-6CD5-4134-B006-AA689D2D216F}" dt="2026-10-10T15:02:43.553" v="164"/>
        <pc:sldMkLst>
          <pc:docMk/>
          <pc:sldMk cId="1557206270" sldId="391"/>
        </pc:sldMkLst>
        <pc:spChg chg="mod">
          <ac:chgData name="aziz dhifaoui" userId="a71dd549-9a7f-4b11-be81-ce6baa9925ee" providerId="ADAL" clId="{CEE57F83-6CD5-4134-B006-AA689D2D216F}" dt="2026-10-10T15:01:34.933" v="156" actId="164"/>
          <ac:spMkLst>
            <pc:docMk/>
            <pc:sldMk cId="1557206270" sldId="391"/>
            <ac:spMk id="2" creationId="{5AFA990B-C172-A93D-AEA5-207D99C04C4E}"/>
          </ac:spMkLst>
        </pc:spChg>
        <pc:spChg chg="mod">
          <ac:chgData name="aziz dhifaoui" userId="a71dd549-9a7f-4b11-be81-ce6baa9925ee" providerId="ADAL" clId="{CEE57F83-6CD5-4134-B006-AA689D2D216F}" dt="2026-10-10T15:00:33.728" v="149" actId="164"/>
          <ac:spMkLst>
            <pc:docMk/>
            <pc:sldMk cId="1557206270" sldId="391"/>
            <ac:spMk id="3" creationId="{577E39F8-7C7B-B8CE-C46B-9205AB59F062}"/>
          </ac:spMkLst>
        </pc:spChg>
        <pc:spChg chg="add del mod">
          <ac:chgData name="aziz dhifaoui" userId="a71dd549-9a7f-4b11-be81-ce6baa9925ee" providerId="ADAL" clId="{CEE57F83-6CD5-4134-B006-AA689D2D216F}" dt="2026-10-10T14:59:17.797" v="145"/>
          <ac:spMkLst>
            <pc:docMk/>
            <pc:sldMk cId="1557206270" sldId="391"/>
            <ac:spMk id="4" creationId="{56D09B57-C05C-93CC-5997-1D2B99169A97}"/>
          </ac:spMkLst>
        </pc:spChg>
        <pc:spChg chg="add mod">
          <ac:chgData name="aziz dhifaoui" userId="a71dd549-9a7f-4b11-be81-ce6baa9925ee" providerId="ADAL" clId="{CEE57F83-6CD5-4134-B006-AA689D2D216F}" dt="2026-10-10T15:00:33.728" v="149" actId="164"/>
          <ac:spMkLst>
            <pc:docMk/>
            <pc:sldMk cId="1557206270" sldId="391"/>
            <ac:spMk id="5" creationId="{634381CF-12CB-DD40-37C3-CBA4C912558E}"/>
          </ac:spMkLst>
        </pc:spChg>
        <pc:spChg chg="mod">
          <ac:chgData name="aziz dhifaoui" userId="a71dd549-9a7f-4b11-be81-ce6baa9925ee" providerId="ADAL" clId="{CEE57F83-6CD5-4134-B006-AA689D2D216F}" dt="2026-10-10T15:01:10.844" v="153"/>
          <ac:spMkLst>
            <pc:docMk/>
            <pc:sldMk cId="1557206270" sldId="391"/>
            <ac:spMk id="8" creationId="{7559C696-82DF-750A-7FC9-B43AA3E7FC95}"/>
          </ac:spMkLst>
        </pc:spChg>
        <pc:spChg chg="mod">
          <ac:chgData name="aziz dhifaoui" userId="a71dd549-9a7f-4b11-be81-ce6baa9925ee" providerId="ADAL" clId="{CEE57F83-6CD5-4134-B006-AA689D2D216F}" dt="2026-10-10T15:01:10.844" v="153"/>
          <ac:spMkLst>
            <pc:docMk/>
            <pc:sldMk cId="1557206270" sldId="391"/>
            <ac:spMk id="9" creationId="{84B7E943-2DBB-1757-9845-74C017227A5D}"/>
          </ac:spMkLst>
        </pc:spChg>
        <pc:spChg chg="mod">
          <ac:chgData name="aziz dhifaoui" userId="a71dd549-9a7f-4b11-be81-ce6baa9925ee" providerId="ADAL" clId="{CEE57F83-6CD5-4134-B006-AA689D2D216F}" dt="2026-10-10T15:01:19.087" v="155"/>
          <ac:spMkLst>
            <pc:docMk/>
            <pc:sldMk cId="1557206270" sldId="391"/>
            <ac:spMk id="11" creationId="{FB4D5B9C-542A-1916-0824-AE439A905024}"/>
          </ac:spMkLst>
        </pc:spChg>
        <pc:spChg chg="mod">
          <ac:chgData name="aziz dhifaoui" userId="a71dd549-9a7f-4b11-be81-ce6baa9925ee" providerId="ADAL" clId="{CEE57F83-6CD5-4134-B006-AA689D2D216F}" dt="2026-10-10T15:01:19.087" v="155"/>
          <ac:spMkLst>
            <pc:docMk/>
            <pc:sldMk cId="1557206270" sldId="391"/>
            <ac:spMk id="12" creationId="{A1C129F1-417E-BA2B-2BB9-F9F386738B6F}"/>
          </ac:spMkLst>
        </pc:spChg>
        <pc:spChg chg="mod">
          <ac:chgData name="aziz dhifaoui" userId="a71dd549-9a7f-4b11-be81-ce6baa9925ee" providerId="ADAL" clId="{CEE57F83-6CD5-4134-B006-AA689D2D216F}" dt="2026-10-10T15:02:43.553" v="164"/>
          <ac:spMkLst>
            <pc:docMk/>
            <pc:sldMk cId="1557206270" sldId="391"/>
            <ac:spMk id="15" creationId="{281E550A-9CBC-4039-AFB1-D774510DE2A9}"/>
          </ac:spMkLst>
        </pc:spChg>
        <pc:spChg chg="mod">
          <ac:chgData name="aziz dhifaoui" userId="a71dd549-9a7f-4b11-be81-ce6baa9925ee" providerId="ADAL" clId="{CEE57F83-6CD5-4134-B006-AA689D2D216F}" dt="2026-10-10T15:02:43.553" v="164"/>
          <ac:spMkLst>
            <pc:docMk/>
            <pc:sldMk cId="1557206270" sldId="391"/>
            <ac:spMk id="19" creationId="{28981A87-18B0-DE10-ADA5-331101CBA5AA}"/>
          </ac:spMkLst>
        </pc:spChg>
        <pc:spChg chg="mod">
          <ac:chgData name="aziz dhifaoui" userId="a71dd549-9a7f-4b11-be81-ce6baa9925ee" providerId="ADAL" clId="{CEE57F83-6CD5-4134-B006-AA689D2D216F}" dt="2026-10-10T15:02:43.553" v="164"/>
          <ac:spMkLst>
            <pc:docMk/>
            <pc:sldMk cId="1557206270" sldId="391"/>
            <ac:spMk id="20" creationId="{D21D6690-0322-2FE1-CE70-1B91DC5B7199}"/>
          </ac:spMkLst>
        </pc:spChg>
        <pc:spChg chg="mod">
          <ac:chgData name="aziz dhifaoui" userId="a71dd549-9a7f-4b11-be81-ce6baa9925ee" providerId="ADAL" clId="{CEE57F83-6CD5-4134-B006-AA689D2D216F}" dt="2026-10-10T15:02:43.553" v="164"/>
          <ac:spMkLst>
            <pc:docMk/>
            <pc:sldMk cId="1557206270" sldId="391"/>
            <ac:spMk id="21" creationId="{67539454-2658-3D03-D1F4-D4FB2DF9D01D}"/>
          </ac:spMkLst>
        </pc:spChg>
        <pc:spChg chg="mod">
          <ac:chgData name="aziz dhifaoui" userId="a71dd549-9a7f-4b11-be81-ce6baa9925ee" providerId="ADAL" clId="{CEE57F83-6CD5-4134-B006-AA689D2D216F}" dt="2026-10-10T15:02:43.553" v="164"/>
          <ac:spMkLst>
            <pc:docMk/>
            <pc:sldMk cId="1557206270" sldId="391"/>
            <ac:spMk id="22" creationId="{E04B895E-EAC9-EC27-C2F4-9670D58E960D}"/>
          </ac:spMkLst>
        </pc:spChg>
        <pc:spChg chg="mod">
          <ac:chgData name="aziz dhifaoui" userId="a71dd549-9a7f-4b11-be81-ce6baa9925ee" providerId="ADAL" clId="{CEE57F83-6CD5-4134-B006-AA689D2D216F}" dt="2026-10-10T15:02:43.553" v="164"/>
          <ac:spMkLst>
            <pc:docMk/>
            <pc:sldMk cId="1557206270" sldId="391"/>
            <ac:spMk id="23" creationId="{A3E8D997-310B-F352-3AE3-4D7014253B56}"/>
          </ac:spMkLst>
        </pc:spChg>
        <pc:spChg chg="mod">
          <ac:chgData name="aziz dhifaoui" userId="a71dd549-9a7f-4b11-be81-ce6baa9925ee" providerId="ADAL" clId="{CEE57F83-6CD5-4134-B006-AA689D2D216F}" dt="2026-10-10T15:02:43.553" v="164"/>
          <ac:spMkLst>
            <pc:docMk/>
            <pc:sldMk cId="1557206270" sldId="391"/>
            <ac:spMk id="24" creationId="{B12B9AB1-D415-00B3-3906-2137D03AEA03}"/>
          </ac:spMkLst>
        </pc:spChg>
        <pc:grpChg chg="add mod">
          <ac:chgData name="aziz dhifaoui" userId="a71dd549-9a7f-4b11-be81-ce6baa9925ee" providerId="ADAL" clId="{CEE57F83-6CD5-4134-B006-AA689D2D216F}" dt="2026-10-10T15:01:34.933" v="156" actId="164"/>
          <ac:grpSpMkLst>
            <pc:docMk/>
            <pc:sldMk cId="1557206270" sldId="391"/>
            <ac:grpSpMk id="6" creationId="{E34B604F-3374-1953-4762-FBCE331AF3D2}"/>
          </ac:grpSpMkLst>
        </pc:grpChg>
        <pc:grpChg chg="add mod">
          <ac:chgData name="aziz dhifaoui" userId="a71dd549-9a7f-4b11-be81-ce6baa9925ee" providerId="ADAL" clId="{CEE57F83-6CD5-4134-B006-AA689D2D216F}" dt="2026-10-10T15:01:34.933" v="156" actId="164"/>
          <ac:grpSpMkLst>
            <pc:docMk/>
            <pc:sldMk cId="1557206270" sldId="391"/>
            <ac:grpSpMk id="7" creationId="{B80F278E-FC8D-5C5B-F374-0CF90169258B}"/>
          </ac:grpSpMkLst>
        </pc:grpChg>
        <pc:grpChg chg="add mod">
          <ac:chgData name="aziz dhifaoui" userId="a71dd549-9a7f-4b11-be81-ce6baa9925ee" providerId="ADAL" clId="{CEE57F83-6CD5-4134-B006-AA689D2D216F}" dt="2026-10-10T15:01:34.933" v="156" actId="164"/>
          <ac:grpSpMkLst>
            <pc:docMk/>
            <pc:sldMk cId="1557206270" sldId="391"/>
            <ac:grpSpMk id="10" creationId="{443BDFCF-4738-7AF2-A678-277CDD6FB6A3}"/>
          </ac:grpSpMkLst>
        </pc:grpChg>
        <pc:grpChg chg="add mod">
          <ac:chgData name="aziz dhifaoui" userId="a71dd549-9a7f-4b11-be81-ce6baa9925ee" providerId="ADAL" clId="{CEE57F83-6CD5-4134-B006-AA689D2D216F}" dt="2026-10-10T15:01:34.933" v="156" actId="164"/>
          <ac:grpSpMkLst>
            <pc:docMk/>
            <pc:sldMk cId="1557206270" sldId="391"/>
            <ac:grpSpMk id="13" creationId="{D73274B2-7515-479B-5ABE-DD2BD7181E97}"/>
          </ac:grpSpMkLst>
        </pc:grpChg>
        <pc:grpChg chg="add mod">
          <ac:chgData name="aziz dhifaoui" userId="a71dd549-9a7f-4b11-be81-ce6baa9925ee" providerId="ADAL" clId="{CEE57F83-6CD5-4134-B006-AA689D2D216F}" dt="2026-10-10T15:02:43.553" v="164"/>
          <ac:grpSpMkLst>
            <pc:docMk/>
            <pc:sldMk cId="1557206270" sldId="391"/>
            <ac:grpSpMk id="14" creationId="{F0207B56-C5F6-F894-4BF4-F1B5A4EA921E}"/>
          </ac:grpSpMkLst>
        </pc:grpChg>
        <pc:grpChg chg="mod">
          <ac:chgData name="aziz dhifaoui" userId="a71dd549-9a7f-4b11-be81-ce6baa9925ee" providerId="ADAL" clId="{CEE57F83-6CD5-4134-B006-AA689D2D216F}" dt="2026-10-10T15:02:43.553" v="164"/>
          <ac:grpSpMkLst>
            <pc:docMk/>
            <pc:sldMk cId="1557206270" sldId="391"/>
            <ac:grpSpMk id="16" creationId="{C1EA87FC-84AE-0861-C502-4FF8AB0E0164}"/>
          </ac:grpSpMkLst>
        </pc:grpChg>
        <pc:grpChg chg="mod">
          <ac:chgData name="aziz dhifaoui" userId="a71dd549-9a7f-4b11-be81-ce6baa9925ee" providerId="ADAL" clId="{CEE57F83-6CD5-4134-B006-AA689D2D216F}" dt="2026-10-10T15:02:43.553" v="164"/>
          <ac:grpSpMkLst>
            <pc:docMk/>
            <pc:sldMk cId="1557206270" sldId="391"/>
            <ac:grpSpMk id="17" creationId="{03B0D725-D91D-ED99-7CBB-4DD110A59A0E}"/>
          </ac:grpSpMkLst>
        </pc:grpChg>
      </pc:sldChg>
      <pc:sldChg chg="addSp delSp modSp">
        <pc:chgData name="aziz dhifaoui" userId="a71dd549-9a7f-4b11-be81-ce6baa9925ee" providerId="ADAL" clId="{CEE57F83-6CD5-4134-B006-AA689D2D216F}" dt="2026-10-10T15:30:25.590" v="199"/>
        <pc:sldMkLst>
          <pc:docMk/>
          <pc:sldMk cId="1983491818" sldId="402"/>
        </pc:sldMkLst>
        <pc:spChg chg="add del mod">
          <ac:chgData name="aziz dhifaoui" userId="a71dd549-9a7f-4b11-be81-ce6baa9925ee" providerId="ADAL" clId="{CEE57F83-6CD5-4134-B006-AA689D2D216F}" dt="2026-10-10T15:20:44.338" v="167"/>
          <ac:spMkLst>
            <pc:docMk/>
            <pc:sldMk cId="1983491818" sldId="402"/>
            <ac:spMk id="38" creationId="{698B4391-B6F2-8B88-EBE2-D4DC69CCEA69}"/>
          </ac:spMkLst>
        </pc:spChg>
        <pc:spChg chg="mod">
          <ac:chgData name="aziz dhifaoui" userId="a71dd549-9a7f-4b11-be81-ce6baa9925ee" providerId="ADAL" clId="{CEE57F83-6CD5-4134-B006-AA689D2D216F}" dt="2026-10-10T15:27:46.110" v="186" actId="164"/>
          <ac:spMkLst>
            <pc:docMk/>
            <pc:sldMk cId="1983491818" sldId="402"/>
            <ac:spMk id="39" creationId="{9EFDF05E-0613-2A2E-083C-4571A62EC07D}"/>
          </ac:spMkLst>
        </pc:spChg>
        <pc:spChg chg="add mod">
          <ac:chgData name="aziz dhifaoui" userId="a71dd549-9a7f-4b11-be81-ce6baa9925ee" providerId="ADAL" clId="{CEE57F83-6CD5-4134-B006-AA689D2D216F}" dt="2026-10-10T15:27:46.110" v="186" actId="164"/>
          <ac:spMkLst>
            <pc:docMk/>
            <pc:sldMk cId="1983491818" sldId="402"/>
            <ac:spMk id="40" creationId="{B95A5494-A3E7-56A2-2F74-6FDEEEE708C9}"/>
          </ac:spMkLst>
        </pc:spChg>
        <pc:spChg chg="add mod">
          <ac:chgData name="aziz dhifaoui" userId="a71dd549-9a7f-4b11-be81-ce6baa9925ee" providerId="ADAL" clId="{CEE57F83-6CD5-4134-B006-AA689D2D216F}" dt="2026-10-10T15:27:46.110" v="186" actId="164"/>
          <ac:spMkLst>
            <pc:docMk/>
            <pc:sldMk cId="1983491818" sldId="402"/>
            <ac:spMk id="41" creationId="{86859432-A862-9A02-63FF-0C5444DB8929}"/>
          </ac:spMkLst>
        </pc:spChg>
        <pc:spChg chg="mod">
          <ac:chgData name="aziz dhifaoui" userId="a71dd549-9a7f-4b11-be81-ce6baa9925ee" providerId="ADAL" clId="{CEE57F83-6CD5-4134-B006-AA689D2D216F}" dt="2026-10-10T15:27:46.110" v="186" actId="164"/>
          <ac:spMkLst>
            <pc:docMk/>
            <pc:sldMk cId="1983491818" sldId="402"/>
            <ac:spMk id="43" creationId="{81FDFD8E-ACFF-AE87-1C66-00D40820F7D2}"/>
          </ac:spMkLst>
        </pc:spChg>
        <pc:spChg chg="mod">
          <ac:chgData name="aziz dhifaoui" userId="a71dd549-9a7f-4b11-be81-ce6baa9925ee" providerId="ADAL" clId="{CEE57F83-6CD5-4134-B006-AA689D2D216F}" dt="2026-10-10T15:27:46.110" v="186" actId="164"/>
          <ac:spMkLst>
            <pc:docMk/>
            <pc:sldMk cId="1983491818" sldId="402"/>
            <ac:spMk id="45" creationId="{4C121B0E-B862-7AC8-FFF1-7E1AB6597751}"/>
          </ac:spMkLst>
        </pc:spChg>
        <pc:spChg chg="mod">
          <ac:chgData name="aziz dhifaoui" userId="a71dd549-9a7f-4b11-be81-ce6baa9925ee" providerId="ADAL" clId="{CEE57F83-6CD5-4134-B006-AA689D2D216F}" dt="2026-10-10T15:27:46.110" v="186" actId="164"/>
          <ac:spMkLst>
            <pc:docMk/>
            <pc:sldMk cId="1983491818" sldId="402"/>
            <ac:spMk id="47" creationId="{F7AB2654-482A-E4BB-1567-F31F49BB02E4}"/>
          </ac:spMkLst>
        </pc:spChg>
        <pc:spChg chg="mod">
          <ac:chgData name="aziz dhifaoui" userId="a71dd549-9a7f-4b11-be81-ce6baa9925ee" providerId="ADAL" clId="{CEE57F83-6CD5-4134-B006-AA689D2D216F}" dt="2026-10-10T15:30:25.590" v="199"/>
          <ac:spMkLst>
            <pc:docMk/>
            <pc:sldMk cId="1983491818" sldId="402"/>
            <ac:spMk id="52" creationId="{2CB4EB8A-ECC6-940F-9BF2-B7DBAAD680DA}"/>
          </ac:spMkLst>
        </pc:spChg>
        <pc:spChg chg="mod">
          <ac:chgData name="aziz dhifaoui" userId="a71dd549-9a7f-4b11-be81-ce6baa9925ee" providerId="ADAL" clId="{CEE57F83-6CD5-4134-B006-AA689D2D216F}" dt="2026-10-10T15:30:25.590" v="199"/>
          <ac:spMkLst>
            <pc:docMk/>
            <pc:sldMk cId="1983491818" sldId="402"/>
            <ac:spMk id="53" creationId="{CC0B5CE3-59B2-DC96-CD31-6A51E8A13C69}"/>
          </ac:spMkLst>
        </pc:spChg>
        <pc:spChg chg="mod">
          <ac:chgData name="aziz dhifaoui" userId="a71dd549-9a7f-4b11-be81-ce6baa9925ee" providerId="ADAL" clId="{CEE57F83-6CD5-4134-B006-AA689D2D216F}" dt="2026-10-10T15:30:25.590" v="199"/>
          <ac:spMkLst>
            <pc:docMk/>
            <pc:sldMk cId="1983491818" sldId="402"/>
            <ac:spMk id="54" creationId="{BCF50033-44D7-4F10-F48B-3D78DDE339F5}"/>
          </ac:spMkLst>
        </pc:spChg>
        <pc:spChg chg="mod">
          <ac:chgData name="aziz dhifaoui" userId="a71dd549-9a7f-4b11-be81-ce6baa9925ee" providerId="ADAL" clId="{CEE57F83-6CD5-4134-B006-AA689D2D216F}" dt="2026-10-10T15:30:25.590" v="199"/>
          <ac:spMkLst>
            <pc:docMk/>
            <pc:sldMk cId="1983491818" sldId="402"/>
            <ac:spMk id="55" creationId="{3F65E224-7EDC-D5E0-2423-3EAE356E1362}"/>
          </ac:spMkLst>
        </pc:spChg>
        <pc:spChg chg="mod">
          <ac:chgData name="aziz dhifaoui" userId="a71dd549-9a7f-4b11-be81-ce6baa9925ee" providerId="ADAL" clId="{CEE57F83-6CD5-4134-B006-AA689D2D216F}" dt="2026-10-10T15:30:25.590" v="199"/>
          <ac:spMkLst>
            <pc:docMk/>
            <pc:sldMk cId="1983491818" sldId="402"/>
            <ac:spMk id="56" creationId="{7F73C944-CF06-36B4-E05A-897E8E690487}"/>
          </ac:spMkLst>
        </pc:spChg>
        <pc:spChg chg="mod">
          <ac:chgData name="aziz dhifaoui" userId="a71dd549-9a7f-4b11-be81-ce6baa9925ee" providerId="ADAL" clId="{CEE57F83-6CD5-4134-B006-AA689D2D216F}" dt="2026-10-10T15:30:25.590" v="199"/>
          <ac:spMkLst>
            <pc:docMk/>
            <pc:sldMk cId="1983491818" sldId="402"/>
            <ac:spMk id="57" creationId="{7F406F87-C4A1-ED5D-CE43-B982675E1E41}"/>
          </ac:spMkLst>
        </pc:spChg>
        <pc:grpChg chg="add mod">
          <ac:chgData name="aziz dhifaoui" userId="a71dd549-9a7f-4b11-be81-ce6baa9925ee" providerId="ADAL" clId="{CEE57F83-6CD5-4134-B006-AA689D2D216F}" dt="2026-10-10T15:27:46.110" v="186" actId="164"/>
          <ac:grpSpMkLst>
            <pc:docMk/>
            <pc:sldMk cId="1983491818" sldId="402"/>
            <ac:grpSpMk id="50" creationId="{6E3ACFC8-3D0B-FEF3-208E-35D1B89DFF88}"/>
          </ac:grpSpMkLst>
        </pc:grpChg>
        <pc:grpChg chg="add mod">
          <ac:chgData name="aziz dhifaoui" userId="a71dd549-9a7f-4b11-be81-ce6baa9925ee" providerId="ADAL" clId="{CEE57F83-6CD5-4134-B006-AA689D2D216F}" dt="2026-10-10T15:30:25.590" v="199"/>
          <ac:grpSpMkLst>
            <pc:docMk/>
            <pc:sldMk cId="1983491818" sldId="402"/>
            <ac:grpSpMk id="51" creationId="{9E9BB6F1-A71E-8560-6A95-91291773DF42}"/>
          </ac:grpSpMkLst>
        </pc:grpChg>
        <pc:picChg chg="add">
          <ac:chgData name="aziz dhifaoui" userId="a71dd549-9a7f-4b11-be81-ce6baa9925ee" providerId="ADAL" clId="{CEE57F83-6CD5-4134-B006-AA689D2D216F}" dt="2026-10-10T15:19:57.120" v="165"/>
          <ac:picMkLst>
            <pc:docMk/>
            <pc:sldMk cId="1983491818" sldId="402"/>
            <ac:picMk id="37" creationId="{BF5A5371-B13E-C8CE-5CFE-DA622F0FDED5}"/>
          </ac:picMkLst>
        </pc:picChg>
      </pc:sldChg>
      <pc:sldChg chg="del">
        <pc:chgData name="aziz dhifaoui" userId="a71dd549-9a7f-4b11-be81-ce6baa9925ee" providerId="ADAL" clId="{CEE57F83-6CD5-4134-B006-AA689D2D216F}" dt="2026-10-11T17:46:45.527" v="748" actId="47"/>
        <pc:sldMkLst>
          <pc:docMk/>
          <pc:sldMk cId="1730309204" sldId="404"/>
        </pc:sldMkLst>
      </pc:sldChg>
      <pc:sldChg chg="del">
        <pc:chgData name="aziz dhifaoui" userId="a71dd549-9a7f-4b11-be81-ce6baa9925ee" providerId="ADAL" clId="{CEE57F83-6CD5-4134-B006-AA689D2D216F}" dt="2026-10-11T17:46:46.326" v="749" actId="47"/>
        <pc:sldMkLst>
          <pc:docMk/>
          <pc:sldMk cId="2950922957" sldId="405"/>
        </pc:sldMkLst>
      </pc:sldChg>
      <pc:sldChg chg="del">
        <pc:chgData name="aziz dhifaoui" userId="a71dd549-9a7f-4b11-be81-ce6baa9925ee" providerId="ADAL" clId="{CEE57F83-6CD5-4134-B006-AA689D2D216F}" dt="2026-10-11T17:46:47.179" v="750" actId="47"/>
        <pc:sldMkLst>
          <pc:docMk/>
          <pc:sldMk cId="1174665371" sldId="406"/>
        </pc:sldMkLst>
      </pc:sldChg>
      <pc:sldChg chg="del">
        <pc:chgData name="aziz dhifaoui" userId="a71dd549-9a7f-4b11-be81-ce6baa9925ee" providerId="ADAL" clId="{CEE57F83-6CD5-4134-B006-AA689D2D216F}" dt="2026-10-11T18:53:45.102" v="1984" actId="47"/>
        <pc:sldMkLst>
          <pc:docMk/>
          <pc:sldMk cId="2546246078" sldId="407"/>
        </pc:sldMkLst>
      </pc:sldChg>
      <pc:sldChg chg="del">
        <pc:chgData name="aziz dhifaoui" userId="a71dd549-9a7f-4b11-be81-ce6baa9925ee" providerId="ADAL" clId="{CEE57F83-6CD5-4134-B006-AA689D2D216F}" dt="2026-10-11T17:46:50.008" v="751" actId="47"/>
        <pc:sldMkLst>
          <pc:docMk/>
          <pc:sldMk cId="1015195048" sldId="408"/>
        </pc:sldMkLst>
      </pc:sldChg>
      <pc:sldChg chg="del">
        <pc:chgData name="aziz dhifaoui" userId="a71dd549-9a7f-4b11-be81-ce6baa9925ee" providerId="ADAL" clId="{CEE57F83-6CD5-4134-B006-AA689D2D216F}" dt="2026-10-11T18:53:46.335" v="1985" actId="47"/>
        <pc:sldMkLst>
          <pc:docMk/>
          <pc:sldMk cId="1757683535" sldId="409"/>
        </pc:sldMkLst>
      </pc:sldChg>
      <pc:sldChg chg="del">
        <pc:chgData name="aziz dhifaoui" userId="a71dd549-9a7f-4b11-be81-ce6baa9925ee" providerId="ADAL" clId="{CEE57F83-6CD5-4134-B006-AA689D2D216F}" dt="2026-10-11T18:53:47.177" v="1986" actId="47"/>
        <pc:sldMkLst>
          <pc:docMk/>
          <pc:sldMk cId="3732568732" sldId="410"/>
        </pc:sldMkLst>
      </pc:sldChg>
      <pc:sldChg chg="del">
        <pc:chgData name="aziz dhifaoui" userId="a71dd549-9a7f-4b11-be81-ce6baa9925ee" providerId="ADAL" clId="{CEE57F83-6CD5-4134-B006-AA689D2D216F}" dt="2026-10-11T18:53:48.264" v="1987" actId="47"/>
        <pc:sldMkLst>
          <pc:docMk/>
          <pc:sldMk cId="1072788640" sldId="411"/>
        </pc:sldMkLst>
      </pc:sldChg>
      <pc:sldChg chg="del">
        <pc:chgData name="aziz dhifaoui" userId="a71dd549-9a7f-4b11-be81-ce6baa9925ee" providerId="ADAL" clId="{CEE57F83-6CD5-4134-B006-AA689D2D216F}" dt="2026-10-11T18:53:49.471" v="1989" actId="47"/>
        <pc:sldMkLst>
          <pc:docMk/>
          <pc:sldMk cId="3752664890" sldId="413"/>
        </pc:sldMkLst>
      </pc:sldChg>
      <pc:sldChg chg="del">
        <pc:chgData name="aziz dhifaoui" userId="a71dd549-9a7f-4b11-be81-ce6baa9925ee" providerId="ADAL" clId="{CEE57F83-6CD5-4134-B006-AA689D2D216F}" dt="2026-10-11T18:53:49.021" v="1988" actId="47"/>
        <pc:sldMkLst>
          <pc:docMk/>
          <pc:sldMk cId="1725550529" sldId="414"/>
        </pc:sldMkLst>
      </pc:sldChg>
      <pc:sldChg chg="del">
        <pc:chgData name="aziz dhifaoui" userId="a71dd549-9a7f-4b11-be81-ce6baa9925ee" providerId="ADAL" clId="{CEE57F83-6CD5-4134-B006-AA689D2D216F}" dt="2026-10-11T18:53:49.977" v="1990" actId="47"/>
        <pc:sldMkLst>
          <pc:docMk/>
          <pc:sldMk cId="1919664000" sldId="415"/>
        </pc:sldMkLst>
      </pc:sldChg>
      <pc:sldChg chg="del">
        <pc:chgData name="aziz dhifaoui" userId="a71dd549-9a7f-4b11-be81-ce6baa9925ee" providerId="ADAL" clId="{CEE57F83-6CD5-4134-B006-AA689D2D216F}" dt="2026-10-11T18:53:51.015" v="1991" actId="47"/>
        <pc:sldMkLst>
          <pc:docMk/>
          <pc:sldMk cId="2402492512" sldId="416"/>
        </pc:sldMkLst>
      </pc:sldChg>
      <pc:sldChg chg="modSp mod">
        <pc:chgData name="aziz dhifaoui" userId="a71dd549-9a7f-4b11-be81-ce6baa9925ee" providerId="ADAL" clId="{CEE57F83-6CD5-4134-B006-AA689D2D216F}" dt="2026-10-11T19:57:44.932" v="2528" actId="2711"/>
        <pc:sldMkLst>
          <pc:docMk/>
          <pc:sldMk cId="1419470666" sldId="417"/>
        </pc:sldMkLst>
        <pc:spChg chg="mod">
          <ac:chgData name="aziz dhifaoui" userId="a71dd549-9a7f-4b11-be81-ce6baa9925ee" providerId="ADAL" clId="{CEE57F83-6CD5-4134-B006-AA689D2D216F}" dt="2026-10-11T19:57:44.932" v="2528" actId="2711"/>
          <ac:spMkLst>
            <pc:docMk/>
            <pc:sldMk cId="1419470666" sldId="417"/>
            <ac:spMk id="2" creationId="{53DABA1C-2190-6A91-CA93-06936936881E}"/>
          </ac:spMkLst>
        </pc:spChg>
        <pc:spChg chg="mod">
          <ac:chgData name="aziz dhifaoui" userId="a71dd549-9a7f-4b11-be81-ce6baa9925ee" providerId="ADAL" clId="{CEE57F83-6CD5-4134-B006-AA689D2D216F}" dt="2026-10-11T19:57:44.932" v="2528" actId="2711"/>
          <ac:spMkLst>
            <pc:docMk/>
            <pc:sldMk cId="1419470666" sldId="417"/>
            <ac:spMk id="3" creationId="{D91012F6-D560-38EF-813A-B6F92F401DE2}"/>
          </ac:spMkLst>
        </pc:spChg>
        <pc:spChg chg="mod">
          <ac:chgData name="aziz dhifaoui" userId="a71dd549-9a7f-4b11-be81-ce6baa9925ee" providerId="ADAL" clId="{CEE57F83-6CD5-4134-B006-AA689D2D216F}" dt="2026-10-11T19:57:44.932" v="2528" actId="2711"/>
          <ac:spMkLst>
            <pc:docMk/>
            <pc:sldMk cId="1419470666" sldId="417"/>
            <ac:spMk id="4" creationId="{B085B410-47AC-480F-BB3C-346A6620DA70}"/>
          </ac:spMkLst>
        </pc:spChg>
        <pc:spChg chg="mod">
          <ac:chgData name="aziz dhifaoui" userId="a71dd549-9a7f-4b11-be81-ce6baa9925ee" providerId="ADAL" clId="{CEE57F83-6CD5-4134-B006-AA689D2D216F}" dt="2026-10-11T19:57:44.932" v="2528" actId="2711"/>
          <ac:spMkLst>
            <pc:docMk/>
            <pc:sldMk cId="1419470666" sldId="417"/>
            <ac:spMk id="6" creationId="{C7AAC0FA-9B68-27F9-823D-33704FCF8DD7}"/>
          </ac:spMkLst>
        </pc:spChg>
        <pc:spChg chg="mod">
          <ac:chgData name="aziz dhifaoui" userId="a71dd549-9a7f-4b11-be81-ce6baa9925ee" providerId="ADAL" clId="{CEE57F83-6CD5-4134-B006-AA689D2D216F}" dt="2026-10-11T19:57:44.932" v="2528" actId="2711"/>
          <ac:spMkLst>
            <pc:docMk/>
            <pc:sldMk cId="1419470666" sldId="417"/>
            <ac:spMk id="9" creationId="{E893E863-017B-7B68-99DB-426011A867A2}"/>
          </ac:spMkLst>
        </pc:spChg>
        <pc:spChg chg="mod">
          <ac:chgData name="aziz dhifaoui" userId="a71dd549-9a7f-4b11-be81-ce6baa9925ee" providerId="ADAL" clId="{CEE57F83-6CD5-4134-B006-AA689D2D216F}" dt="2026-10-11T19:57:44.932" v="2528" actId="2711"/>
          <ac:spMkLst>
            <pc:docMk/>
            <pc:sldMk cId="1419470666" sldId="417"/>
            <ac:spMk id="12" creationId="{08189521-6772-BE49-A443-D3A417C8629F}"/>
          </ac:spMkLst>
        </pc:spChg>
        <pc:spChg chg="mod">
          <ac:chgData name="aziz dhifaoui" userId="a71dd549-9a7f-4b11-be81-ce6baa9925ee" providerId="ADAL" clId="{CEE57F83-6CD5-4134-B006-AA689D2D216F}" dt="2026-10-11T19:57:44.932" v="2528" actId="2711"/>
          <ac:spMkLst>
            <pc:docMk/>
            <pc:sldMk cId="1419470666" sldId="417"/>
            <ac:spMk id="14" creationId="{B4EECECB-6356-4FAC-2EBF-A408AEAF4C9B}"/>
          </ac:spMkLst>
        </pc:spChg>
        <pc:spChg chg="mod">
          <ac:chgData name="aziz dhifaoui" userId="a71dd549-9a7f-4b11-be81-ce6baa9925ee" providerId="ADAL" clId="{CEE57F83-6CD5-4134-B006-AA689D2D216F}" dt="2026-10-11T19:57:44.932" v="2528" actId="2711"/>
          <ac:spMkLst>
            <pc:docMk/>
            <pc:sldMk cId="1419470666" sldId="417"/>
            <ac:spMk id="16" creationId="{42D2BE35-EF96-A37E-2475-DB4CEE4C956A}"/>
          </ac:spMkLst>
        </pc:spChg>
        <pc:spChg chg="mod">
          <ac:chgData name="aziz dhifaoui" userId="a71dd549-9a7f-4b11-be81-ce6baa9925ee" providerId="ADAL" clId="{CEE57F83-6CD5-4134-B006-AA689D2D216F}" dt="2026-10-11T19:57:44.932" v="2528" actId="2711"/>
          <ac:spMkLst>
            <pc:docMk/>
            <pc:sldMk cId="1419470666" sldId="417"/>
            <ac:spMk id="18" creationId="{5EC13EFA-E5CD-C136-8CDC-1CB86939C48E}"/>
          </ac:spMkLst>
        </pc:spChg>
        <pc:spChg chg="mod">
          <ac:chgData name="aziz dhifaoui" userId="a71dd549-9a7f-4b11-be81-ce6baa9925ee" providerId="ADAL" clId="{CEE57F83-6CD5-4134-B006-AA689D2D216F}" dt="2026-10-11T19:57:44.932" v="2528" actId="2711"/>
          <ac:spMkLst>
            <pc:docMk/>
            <pc:sldMk cId="1419470666" sldId="417"/>
            <ac:spMk id="19" creationId="{CC2325A5-FDF7-5FFC-9B9B-35FC702A55AF}"/>
          </ac:spMkLst>
        </pc:spChg>
      </pc:sldChg>
      <pc:sldChg chg="modSp mod">
        <pc:chgData name="aziz dhifaoui" userId="a71dd549-9a7f-4b11-be81-ce6baa9925ee" providerId="ADAL" clId="{CEE57F83-6CD5-4134-B006-AA689D2D216F}" dt="2026-10-11T19:57:38.195" v="2527" actId="2711"/>
        <pc:sldMkLst>
          <pc:docMk/>
          <pc:sldMk cId="2655830711" sldId="418"/>
        </pc:sldMkLst>
        <pc:spChg chg="mod ord">
          <ac:chgData name="aziz dhifaoui" userId="a71dd549-9a7f-4b11-be81-ce6baa9925ee" providerId="ADAL" clId="{CEE57F83-6CD5-4134-B006-AA689D2D216F}" dt="2026-10-11T19:57:38.195" v="2527" actId="2711"/>
          <ac:spMkLst>
            <pc:docMk/>
            <pc:sldMk cId="2655830711" sldId="418"/>
            <ac:spMk id="16" creationId="{80E0650A-9D06-FFB6-265B-12A855370010}"/>
          </ac:spMkLst>
        </pc:spChg>
        <pc:spChg chg="mod">
          <ac:chgData name="aziz dhifaoui" userId="a71dd549-9a7f-4b11-be81-ce6baa9925ee" providerId="ADAL" clId="{CEE57F83-6CD5-4134-B006-AA689D2D216F}" dt="2026-10-11T19:33:22.524" v="2169"/>
          <ac:spMkLst>
            <pc:docMk/>
            <pc:sldMk cId="2655830711" sldId="418"/>
            <ac:spMk id="18" creationId="{7D927493-013D-D7ED-0548-FE9334C20797}"/>
          </ac:spMkLst>
        </pc:spChg>
        <pc:spChg chg="mod">
          <ac:chgData name="aziz dhifaoui" userId="a71dd549-9a7f-4b11-be81-ce6baa9925ee" providerId="ADAL" clId="{CEE57F83-6CD5-4134-B006-AA689D2D216F}" dt="2026-10-11T19:33:22.524" v="2169"/>
          <ac:spMkLst>
            <pc:docMk/>
            <pc:sldMk cId="2655830711" sldId="418"/>
            <ac:spMk id="19" creationId="{D0A36440-26A5-1782-323B-FAEFBE845322}"/>
          </ac:spMkLst>
        </pc:spChg>
        <pc:spChg chg="mod">
          <ac:chgData name="aziz dhifaoui" userId="a71dd549-9a7f-4b11-be81-ce6baa9925ee" providerId="ADAL" clId="{CEE57F83-6CD5-4134-B006-AA689D2D216F}" dt="2026-10-11T19:41:45.496" v="2237"/>
          <ac:spMkLst>
            <pc:docMk/>
            <pc:sldMk cId="2655830711" sldId="418"/>
            <ac:spMk id="25" creationId="{3F6D0DE8-EF9A-1273-923D-AAA163168D24}"/>
          </ac:spMkLst>
        </pc:spChg>
        <pc:spChg chg="mod">
          <ac:chgData name="aziz dhifaoui" userId="a71dd549-9a7f-4b11-be81-ce6baa9925ee" providerId="ADAL" clId="{CEE57F83-6CD5-4134-B006-AA689D2D216F}" dt="2026-10-11T19:41:45.496" v="2237"/>
          <ac:spMkLst>
            <pc:docMk/>
            <pc:sldMk cId="2655830711" sldId="418"/>
            <ac:spMk id="26" creationId="{43BFE3DE-0739-F182-FC77-07A1840D918A}"/>
          </ac:spMkLst>
        </pc:spChg>
        <pc:spChg chg="mod">
          <ac:chgData name="aziz dhifaoui" userId="a71dd549-9a7f-4b11-be81-ce6baa9925ee" providerId="ADAL" clId="{CEE57F83-6CD5-4134-B006-AA689D2D216F}" dt="2026-10-11T19:41:45.496" v="2237"/>
          <ac:spMkLst>
            <pc:docMk/>
            <pc:sldMk cId="2655830711" sldId="418"/>
            <ac:spMk id="27" creationId="{973FC21E-F4EE-8253-E37B-5B177D365D24}"/>
          </ac:spMkLst>
        </pc:spChg>
        <pc:spChg chg="mod">
          <ac:chgData name="aziz dhifaoui" userId="a71dd549-9a7f-4b11-be81-ce6baa9925ee" providerId="ADAL" clId="{CEE57F83-6CD5-4134-B006-AA689D2D216F}" dt="2026-10-11T19:41:45.496" v="2237"/>
          <ac:spMkLst>
            <pc:docMk/>
            <pc:sldMk cId="2655830711" sldId="418"/>
            <ac:spMk id="28" creationId="{BDA2D793-830F-13A9-DE50-C37F0957004A}"/>
          </ac:spMkLst>
        </pc:spChg>
        <pc:spChg chg="mod ord">
          <ac:chgData name="aziz dhifaoui" userId="a71dd549-9a7f-4b11-be81-ce6baa9925ee" providerId="ADAL" clId="{CEE57F83-6CD5-4134-B006-AA689D2D216F}" dt="2026-10-11T19:57:38.195" v="2527" actId="2711"/>
          <ac:spMkLst>
            <pc:docMk/>
            <pc:sldMk cId="2655830711" sldId="418"/>
            <ac:spMk id="29" creationId="{C2C88A6F-D8F1-00BD-4AEB-44E9ECF57F2E}"/>
          </ac:spMkLst>
        </pc:spChg>
        <pc:spChg chg="mod">
          <ac:chgData name="aziz dhifaoui" userId="a71dd549-9a7f-4b11-be81-ce6baa9925ee" providerId="ADAL" clId="{CEE57F83-6CD5-4134-B006-AA689D2D216F}" dt="2026-10-11T19:41:45.496" v="2237"/>
          <ac:spMkLst>
            <pc:docMk/>
            <pc:sldMk cId="2655830711" sldId="418"/>
            <ac:spMk id="31" creationId="{1F2D525C-B7A6-1113-682D-ACD5624B8F75}"/>
          </ac:spMkLst>
        </pc:spChg>
        <pc:spChg chg="mod">
          <ac:chgData name="aziz dhifaoui" userId="a71dd549-9a7f-4b11-be81-ce6baa9925ee" providerId="ADAL" clId="{CEE57F83-6CD5-4134-B006-AA689D2D216F}" dt="2026-10-11T19:41:45.496" v="2237"/>
          <ac:spMkLst>
            <pc:docMk/>
            <pc:sldMk cId="2655830711" sldId="418"/>
            <ac:spMk id="32" creationId="{47052AEE-4A8F-1BF0-A5AD-D1FBD986A480}"/>
          </ac:spMkLst>
        </pc:spChg>
        <pc:spChg chg="mod">
          <ac:chgData name="aziz dhifaoui" userId="a71dd549-9a7f-4b11-be81-ce6baa9925ee" providerId="ADAL" clId="{CEE57F83-6CD5-4134-B006-AA689D2D216F}" dt="2026-10-11T19:42:13.357" v="2248"/>
          <ac:spMkLst>
            <pc:docMk/>
            <pc:sldMk cId="2655830711" sldId="418"/>
            <ac:spMk id="36" creationId="{F84B0C00-D94D-43A3-4352-37093E0C2A8D}"/>
          </ac:spMkLst>
        </pc:spChg>
        <pc:spChg chg="mod">
          <ac:chgData name="aziz dhifaoui" userId="a71dd549-9a7f-4b11-be81-ce6baa9925ee" providerId="ADAL" clId="{CEE57F83-6CD5-4134-B006-AA689D2D216F}" dt="2026-10-11T19:42:13.357" v="2248"/>
          <ac:spMkLst>
            <pc:docMk/>
            <pc:sldMk cId="2655830711" sldId="418"/>
            <ac:spMk id="38" creationId="{6A15A784-757E-EAD2-D481-21F4BB6F0EAF}"/>
          </ac:spMkLst>
        </pc:spChg>
        <pc:spChg chg="mod">
          <ac:chgData name="aziz dhifaoui" userId="a71dd549-9a7f-4b11-be81-ce6baa9925ee" providerId="ADAL" clId="{CEE57F83-6CD5-4134-B006-AA689D2D216F}" dt="2026-10-11T19:57:38.195" v="2527" actId="2711"/>
          <ac:spMkLst>
            <pc:docMk/>
            <pc:sldMk cId="2655830711" sldId="418"/>
            <ac:spMk id="39" creationId="{5BB1AA0C-E478-1932-9D8E-773B6495FC27}"/>
          </ac:spMkLst>
        </pc:spChg>
        <pc:spChg chg="mod">
          <ac:chgData name="aziz dhifaoui" userId="a71dd549-9a7f-4b11-be81-ce6baa9925ee" providerId="ADAL" clId="{CEE57F83-6CD5-4134-B006-AA689D2D216F}" dt="2026-10-11T19:42:02.092" v="2243"/>
          <ac:spMkLst>
            <pc:docMk/>
            <pc:sldMk cId="2655830711" sldId="418"/>
            <ac:spMk id="46" creationId="{091FF27F-34E5-7273-1811-7CD2E36BEC2A}"/>
          </ac:spMkLst>
        </pc:spChg>
        <pc:spChg chg="mod">
          <ac:chgData name="aziz dhifaoui" userId="a71dd549-9a7f-4b11-be81-ce6baa9925ee" providerId="ADAL" clId="{CEE57F83-6CD5-4134-B006-AA689D2D216F}" dt="2026-10-11T19:42:02.092" v="2243"/>
          <ac:spMkLst>
            <pc:docMk/>
            <pc:sldMk cId="2655830711" sldId="418"/>
            <ac:spMk id="47" creationId="{52957275-1788-84DC-55B3-3EE06164A6A8}"/>
          </ac:spMkLst>
        </pc:spChg>
        <pc:spChg chg="mod">
          <ac:chgData name="aziz dhifaoui" userId="a71dd549-9a7f-4b11-be81-ce6baa9925ee" providerId="ADAL" clId="{CEE57F83-6CD5-4134-B006-AA689D2D216F}" dt="2026-10-11T19:57:38.195" v="2527" actId="2711"/>
          <ac:spMkLst>
            <pc:docMk/>
            <pc:sldMk cId="2655830711" sldId="418"/>
            <ac:spMk id="49" creationId="{0683EFF3-9D2F-FA0D-9779-1A970CD7FE18}"/>
          </ac:spMkLst>
        </pc:spChg>
        <pc:spChg chg="mod">
          <ac:chgData name="aziz dhifaoui" userId="a71dd549-9a7f-4b11-be81-ce6baa9925ee" providerId="ADAL" clId="{CEE57F83-6CD5-4134-B006-AA689D2D216F}" dt="2026-10-11T19:42:02.092" v="2243"/>
          <ac:spMkLst>
            <pc:docMk/>
            <pc:sldMk cId="2655830711" sldId="418"/>
            <ac:spMk id="50" creationId="{2AA0C3BC-152C-8B88-27E2-677F941C5EE5}"/>
          </ac:spMkLst>
        </pc:spChg>
        <pc:spChg chg="mod">
          <ac:chgData name="aziz dhifaoui" userId="a71dd549-9a7f-4b11-be81-ce6baa9925ee" providerId="ADAL" clId="{CEE57F83-6CD5-4134-B006-AA689D2D216F}" dt="2026-10-11T19:57:38.195" v="2527" actId="2711"/>
          <ac:spMkLst>
            <pc:docMk/>
            <pc:sldMk cId="2655830711" sldId="418"/>
            <ac:spMk id="51" creationId="{59918546-0188-80E8-6CC7-3FF68281CC22}"/>
          </ac:spMkLst>
        </pc:spChg>
        <pc:spChg chg="mod">
          <ac:chgData name="aziz dhifaoui" userId="a71dd549-9a7f-4b11-be81-ce6baa9925ee" providerId="ADAL" clId="{CEE57F83-6CD5-4134-B006-AA689D2D216F}" dt="2026-10-11T19:42:02.092" v="2243"/>
          <ac:spMkLst>
            <pc:docMk/>
            <pc:sldMk cId="2655830711" sldId="418"/>
            <ac:spMk id="52" creationId="{0684EC30-CC07-431E-4800-5429187DF1BC}"/>
          </ac:spMkLst>
        </pc:spChg>
        <pc:spChg chg="mod ord">
          <ac:chgData name="aziz dhifaoui" userId="a71dd549-9a7f-4b11-be81-ce6baa9925ee" providerId="ADAL" clId="{CEE57F83-6CD5-4134-B006-AA689D2D216F}" dt="2026-10-11T19:42:04.231" v="2245" actId="167"/>
          <ac:spMkLst>
            <pc:docMk/>
            <pc:sldMk cId="2655830711" sldId="418"/>
            <ac:spMk id="53" creationId="{A254DFE4-E2CD-2BFB-F298-64E25BE42F65}"/>
          </ac:spMkLst>
        </pc:spChg>
        <pc:spChg chg="mod">
          <ac:chgData name="aziz dhifaoui" userId="a71dd549-9a7f-4b11-be81-ce6baa9925ee" providerId="ADAL" clId="{CEE57F83-6CD5-4134-B006-AA689D2D216F}" dt="2026-10-11T19:42:02.092" v="2243"/>
          <ac:spMkLst>
            <pc:docMk/>
            <pc:sldMk cId="2655830711" sldId="418"/>
            <ac:spMk id="55" creationId="{60D79BAC-EE28-5999-1E7E-19F05C0BA1E9}"/>
          </ac:spMkLst>
        </pc:spChg>
        <pc:spChg chg="mod">
          <ac:chgData name="aziz dhifaoui" userId="a71dd549-9a7f-4b11-be81-ce6baa9925ee" providerId="ADAL" clId="{CEE57F83-6CD5-4134-B006-AA689D2D216F}" dt="2026-10-11T19:57:38.195" v="2527" actId="2711"/>
          <ac:spMkLst>
            <pc:docMk/>
            <pc:sldMk cId="2655830711" sldId="418"/>
            <ac:spMk id="56" creationId="{D01D6060-DDCA-F5CC-EC1F-4C5D72F0B535}"/>
          </ac:spMkLst>
        </pc:spChg>
        <pc:spChg chg="mod">
          <ac:chgData name="aziz dhifaoui" userId="a71dd549-9a7f-4b11-be81-ce6baa9925ee" providerId="ADAL" clId="{CEE57F83-6CD5-4134-B006-AA689D2D216F}" dt="2026-10-11T19:57:38.195" v="2527" actId="2711"/>
          <ac:spMkLst>
            <pc:docMk/>
            <pc:sldMk cId="2655830711" sldId="418"/>
            <ac:spMk id="57" creationId="{91250F6F-8893-E0E5-15B0-A3DD5869582D}"/>
          </ac:spMkLst>
        </pc:spChg>
        <pc:spChg chg="mod">
          <ac:chgData name="aziz dhifaoui" userId="a71dd549-9a7f-4b11-be81-ce6baa9925ee" providerId="ADAL" clId="{CEE57F83-6CD5-4134-B006-AA689D2D216F}" dt="2026-10-11T19:57:38.195" v="2527" actId="2711"/>
          <ac:spMkLst>
            <pc:docMk/>
            <pc:sldMk cId="2655830711" sldId="418"/>
            <ac:spMk id="59" creationId="{EC98FCC2-8CDA-CC8C-4E86-FD894EA12BF9}"/>
          </ac:spMkLst>
        </pc:spChg>
        <pc:spChg chg="mod">
          <ac:chgData name="aziz dhifaoui" userId="a71dd549-9a7f-4b11-be81-ce6baa9925ee" providerId="ADAL" clId="{CEE57F83-6CD5-4134-B006-AA689D2D216F}" dt="2026-10-11T19:57:38.195" v="2527" actId="2711"/>
          <ac:spMkLst>
            <pc:docMk/>
            <pc:sldMk cId="2655830711" sldId="418"/>
            <ac:spMk id="61" creationId="{21A9EF50-EFD8-B9BD-AEE9-D9057C4F744E}"/>
          </ac:spMkLst>
        </pc:spChg>
        <pc:spChg chg="mod">
          <ac:chgData name="aziz dhifaoui" userId="a71dd549-9a7f-4b11-be81-ce6baa9925ee" providerId="ADAL" clId="{CEE57F83-6CD5-4134-B006-AA689D2D216F}" dt="2026-10-11T19:42:02.100" v="2244"/>
          <ac:spMkLst>
            <pc:docMk/>
            <pc:sldMk cId="2655830711" sldId="418"/>
            <ac:spMk id="63" creationId="{1CDCA447-00FD-47BE-DA41-AD737B62AC12}"/>
          </ac:spMkLst>
        </pc:spChg>
        <pc:spChg chg="mod">
          <ac:chgData name="aziz dhifaoui" userId="a71dd549-9a7f-4b11-be81-ce6baa9925ee" providerId="ADAL" clId="{CEE57F83-6CD5-4134-B006-AA689D2D216F}" dt="2026-10-11T19:57:38.195" v="2527" actId="2711"/>
          <ac:spMkLst>
            <pc:docMk/>
            <pc:sldMk cId="2655830711" sldId="418"/>
            <ac:spMk id="68" creationId="{2028160A-9ABD-4360-F841-EAC7B2C02723}"/>
          </ac:spMkLst>
        </pc:spChg>
        <pc:grpChg chg="mod">
          <ac:chgData name="aziz dhifaoui" userId="a71dd549-9a7f-4b11-be81-ce6baa9925ee" providerId="ADAL" clId="{CEE57F83-6CD5-4134-B006-AA689D2D216F}" dt="2026-10-11T19:33:22.524" v="2169"/>
          <ac:grpSpMkLst>
            <pc:docMk/>
            <pc:sldMk cId="2655830711" sldId="418"/>
            <ac:grpSpMk id="14" creationId="{67DF29CA-43D5-19E1-ADC8-93784FF5DE08}"/>
          </ac:grpSpMkLst>
        </pc:grpChg>
        <pc:grpChg chg="mod">
          <ac:chgData name="aziz dhifaoui" userId="a71dd549-9a7f-4b11-be81-ce6baa9925ee" providerId="ADAL" clId="{CEE57F83-6CD5-4134-B006-AA689D2D216F}" dt="2026-10-11T19:33:22.524" v="2169"/>
          <ac:grpSpMkLst>
            <pc:docMk/>
            <pc:sldMk cId="2655830711" sldId="418"/>
            <ac:grpSpMk id="17" creationId="{E374027E-6E1B-1982-C085-BEEC253149B9}"/>
          </ac:grpSpMkLst>
        </pc:grpChg>
        <pc:grpChg chg="mod">
          <ac:chgData name="aziz dhifaoui" userId="a71dd549-9a7f-4b11-be81-ce6baa9925ee" providerId="ADAL" clId="{CEE57F83-6CD5-4134-B006-AA689D2D216F}" dt="2026-10-11T19:41:45.496" v="2237"/>
          <ac:grpSpMkLst>
            <pc:docMk/>
            <pc:sldMk cId="2655830711" sldId="418"/>
            <ac:grpSpMk id="21" creationId="{7D2525D7-0F7F-81D0-5E89-D34E65B42C56}"/>
          </ac:grpSpMkLst>
        </pc:grpChg>
        <pc:grpChg chg="mod">
          <ac:chgData name="aziz dhifaoui" userId="a71dd549-9a7f-4b11-be81-ce6baa9925ee" providerId="ADAL" clId="{CEE57F83-6CD5-4134-B006-AA689D2D216F}" dt="2026-10-11T19:41:45.496" v="2237"/>
          <ac:grpSpMkLst>
            <pc:docMk/>
            <pc:sldMk cId="2655830711" sldId="418"/>
            <ac:grpSpMk id="24" creationId="{7F019BDF-C917-AF53-A20F-BA4C0A0C72F3}"/>
          </ac:grpSpMkLst>
        </pc:grpChg>
        <pc:grpChg chg="mod">
          <ac:chgData name="aziz dhifaoui" userId="a71dd549-9a7f-4b11-be81-ce6baa9925ee" providerId="ADAL" clId="{CEE57F83-6CD5-4134-B006-AA689D2D216F}" dt="2026-10-11T19:42:13.357" v="2248"/>
          <ac:grpSpMkLst>
            <pc:docMk/>
            <pc:sldMk cId="2655830711" sldId="418"/>
            <ac:grpSpMk id="34" creationId="{8DF55F58-F31B-D850-DA2B-5966E334A9B5}"/>
          </ac:grpSpMkLst>
        </pc:grpChg>
        <pc:grpChg chg="mod">
          <ac:chgData name="aziz dhifaoui" userId="a71dd549-9a7f-4b11-be81-ce6baa9925ee" providerId="ADAL" clId="{CEE57F83-6CD5-4134-B006-AA689D2D216F}" dt="2026-10-11T19:42:13.357" v="2248"/>
          <ac:grpSpMkLst>
            <pc:docMk/>
            <pc:sldMk cId="2655830711" sldId="418"/>
            <ac:grpSpMk id="37" creationId="{A79AB2F4-D680-DCB3-4B49-19E8ADDCFE18}"/>
          </ac:grpSpMkLst>
        </pc:grpChg>
        <pc:grpChg chg="mod ord">
          <ac:chgData name="aziz dhifaoui" userId="a71dd549-9a7f-4b11-be81-ce6baa9925ee" providerId="ADAL" clId="{CEE57F83-6CD5-4134-B006-AA689D2D216F}" dt="2026-10-11T19:42:20.845" v="2252" actId="167"/>
          <ac:grpSpMkLst>
            <pc:docMk/>
            <pc:sldMk cId="2655830711" sldId="418"/>
            <ac:grpSpMk id="58" creationId="{738612F4-99AA-DDB4-7E14-6CEC32502BAE}"/>
          </ac:grpSpMkLst>
        </pc:grpChg>
        <pc:grpChg chg="ord">
          <ac:chgData name="aziz dhifaoui" userId="a71dd549-9a7f-4b11-be81-ce6baa9925ee" providerId="ADAL" clId="{CEE57F83-6CD5-4134-B006-AA689D2D216F}" dt="2026-10-11T19:42:18.910" v="2251" actId="167"/>
          <ac:grpSpMkLst>
            <pc:docMk/>
            <pc:sldMk cId="2655830711" sldId="418"/>
            <ac:grpSpMk id="60" creationId="{8F821DD3-4B49-F0D1-425E-C8D134D4B3FF}"/>
          </ac:grpSpMkLst>
        </pc:grpChg>
        <pc:grpChg chg="mod ord">
          <ac:chgData name="aziz dhifaoui" userId="a71dd549-9a7f-4b11-be81-ce6baa9925ee" providerId="ADAL" clId="{CEE57F83-6CD5-4134-B006-AA689D2D216F}" dt="2026-10-11T19:42:16.258" v="2250" actId="167"/>
          <ac:grpSpMkLst>
            <pc:docMk/>
            <pc:sldMk cId="2655830711" sldId="418"/>
            <ac:grpSpMk id="62" creationId="{4776D846-3FAF-FEAC-BD61-B90B5392743A}"/>
          </ac:grpSpMkLst>
        </pc:grpChg>
        <pc:grpChg chg="ord">
          <ac:chgData name="aziz dhifaoui" userId="a71dd549-9a7f-4b11-be81-ce6baa9925ee" providerId="ADAL" clId="{CEE57F83-6CD5-4134-B006-AA689D2D216F}" dt="2026-10-11T19:42:06.916" v="2246" actId="167"/>
          <ac:grpSpMkLst>
            <pc:docMk/>
            <pc:sldMk cId="2655830711" sldId="418"/>
            <ac:grpSpMk id="64" creationId="{0EB655D2-66B6-44F0-6973-BB77DA5074A4}"/>
          </ac:grpSpMkLst>
        </pc:grpChg>
      </pc:sldChg>
      <pc:sldChg chg="addSp delSp modSp mod">
        <pc:chgData name="aziz dhifaoui" userId="a71dd549-9a7f-4b11-be81-ce6baa9925ee" providerId="ADAL" clId="{CEE57F83-6CD5-4134-B006-AA689D2D216F}" dt="2026-10-11T20:08:30.954" v="2561" actId="1076"/>
        <pc:sldMkLst>
          <pc:docMk/>
          <pc:sldMk cId="491428751" sldId="419"/>
        </pc:sldMkLst>
        <pc:spChg chg="add mod">
          <ac:chgData name="aziz dhifaoui" userId="a71dd549-9a7f-4b11-be81-ce6baa9925ee" providerId="ADAL" clId="{CEE57F83-6CD5-4134-B006-AA689D2D216F}" dt="2026-10-11T20:08:30.954" v="2561" actId="1076"/>
          <ac:spMkLst>
            <pc:docMk/>
            <pc:sldMk cId="491428751" sldId="419"/>
            <ac:spMk id="3" creationId="{C94AA5E3-0A57-8005-6310-5557BD74412F}"/>
          </ac:spMkLst>
        </pc:spChg>
        <pc:spChg chg="add mod">
          <ac:chgData name="aziz dhifaoui" userId="a71dd549-9a7f-4b11-be81-ce6baa9925ee" providerId="ADAL" clId="{CEE57F83-6CD5-4134-B006-AA689D2D216F}" dt="2026-10-11T19:57:26.051" v="2526" actId="2711"/>
          <ac:spMkLst>
            <pc:docMk/>
            <pc:sldMk cId="491428751" sldId="419"/>
            <ac:spMk id="7" creationId="{A04C4D97-CD49-528B-1E2E-7A9C2963C37A}"/>
          </ac:spMkLst>
        </pc:spChg>
        <pc:spChg chg="mod">
          <ac:chgData name="aziz dhifaoui" userId="a71dd549-9a7f-4b11-be81-ce6baa9925ee" providerId="ADAL" clId="{CEE57F83-6CD5-4134-B006-AA689D2D216F}" dt="2026-10-11T19:57:26.051" v="2526" actId="2711"/>
          <ac:spMkLst>
            <pc:docMk/>
            <pc:sldMk cId="491428751" sldId="419"/>
            <ac:spMk id="21" creationId="{4400ADBE-9DEF-3D3B-6332-B5944E33F1DE}"/>
          </ac:spMkLst>
        </pc:spChg>
        <pc:spChg chg="mod">
          <ac:chgData name="aziz dhifaoui" userId="a71dd549-9a7f-4b11-be81-ce6baa9925ee" providerId="ADAL" clId="{CEE57F83-6CD5-4134-B006-AA689D2D216F}" dt="2026-10-11T20:08:30.954" v="2561" actId="1076"/>
          <ac:spMkLst>
            <pc:docMk/>
            <pc:sldMk cId="491428751" sldId="419"/>
            <ac:spMk id="22" creationId="{0E308000-5F8B-860E-A510-5B1D8C937E13}"/>
          </ac:spMkLst>
        </pc:spChg>
        <pc:spChg chg="mod">
          <ac:chgData name="aziz dhifaoui" userId="a71dd549-9a7f-4b11-be81-ce6baa9925ee" providerId="ADAL" clId="{CEE57F83-6CD5-4134-B006-AA689D2D216F}" dt="2026-10-11T20:08:30.954" v="2561" actId="1076"/>
          <ac:spMkLst>
            <pc:docMk/>
            <pc:sldMk cId="491428751" sldId="419"/>
            <ac:spMk id="23" creationId="{D7C1CAB2-291C-65F5-6928-29AF7887113F}"/>
          </ac:spMkLst>
        </pc:spChg>
        <pc:spChg chg="mod">
          <ac:chgData name="aziz dhifaoui" userId="a71dd549-9a7f-4b11-be81-ce6baa9925ee" providerId="ADAL" clId="{CEE57F83-6CD5-4134-B006-AA689D2D216F}" dt="2026-10-11T20:08:30.954" v="2561" actId="1076"/>
          <ac:spMkLst>
            <pc:docMk/>
            <pc:sldMk cId="491428751" sldId="419"/>
            <ac:spMk id="24" creationId="{A0A20758-7316-1D1F-A487-F83F9170E762}"/>
          </ac:spMkLst>
        </pc:spChg>
        <pc:spChg chg="mod">
          <ac:chgData name="aziz dhifaoui" userId="a71dd549-9a7f-4b11-be81-ce6baa9925ee" providerId="ADAL" clId="{CEE57F83-6CD5-4134-B006-AA689D2D216F}" dt="2026-10-11T20:08:30.954" v="2561" actId="1076"/>
          <ac:spMkLst>
            <pc:docMk/>
            <pc:sldMk cId="491428751" sldId="419"/>
            <ac:spMk id="25" creationId="{C5E0B0BB-6641-BCE4-625C-48C592AEBC7D}"/>
          </ac:spMkLst>
        </pc:spChg>
        <pc:spChg chg="mod">
          <ac:chgData name="aziz dhifaoui" userId="a71dd549-9a7f-4b11-be81-ce6baa9925ee" providerId="ADAL" clId="{CEE57F83-6CD5-4134-B006-AA689D2D216F}" dt="2026-10-11T19:57:26.051" v="2526" actId="2711"/>
          <ac:spMkLst>
            <pc:docMk/>
            <pc:sldMk cId="491428751" sldId="419"/>
            <ac:spMk id="26" creationId="{BA62F805-5782-A792-8A84-4777D6AEC6F9}"/>
          </ac:spMkLst>
        </pc:spChg>
        <pc:spChg chg="mod">
          <ac:chgData name="aziz dhifaoui" userId="a71dd549-9a7f-4b11-be81-ce6baa9925ee" providerId="ADAL" clId="{CEE57F83-6CD5-4134-B006-AA689D2D216F}" dt="2026-10-11T19:57:26.051" v="2526" actId="2711"/>
          <ac:spMkLst>
            <pc:docMk/>
            <pc:sldMk cId="491428751" sldId="419"/>
            <ac:spMk id="77" creationId="{094BE5F8-8EFE-76D1-9E5A-B196461E1E91}"/>
          </ac:spMkLst>
        </pc:spChg>
        <pc:picChg chg="add mod modCrop">
          <ac:chgData name="aziz dhifaoui" userId="a71dd549-9a7f-4b11-be81-ce6baa9925ee" providerId="ADAL" clId="{CEE57F83-6CD5-4134-B006-AA689D2D216F}" dt="2026-10-11T19:49:56.126" v="2484" actId="732"/>
          <ac:picMkLst>
            <pc:docMk/>
            <pc:sldMk cId="491428751" sldId="419"/>
            <ac:picMk id="5" creationId="{CF922F84-372D-C3DF-B8B6-589B559DB42F}"/>
          </ac:picMkLst>
        </pc:picChg>
        <pc:picChg chg="del">
          <ac:chgData name="aziz dhifaoui" userId="a71dd549-9a7f-4b11-be81-ce6baa9925ee" providerId="ADAL" clId="{CEE57F83-6CD5-4134-B006-AA689D2D216F}" dt="2026-10-11T19:44:50.883" v="2330" actId="478"/>
          <ac:picMkLst>
            <pc:docMk/>
            <pc:sldMk cId="491428751" sldId="419"/>
            <ac:picMk id="20" creationId="{563BAD86-9768-057B-CC46-AEB8469CBD99}"/>
          </ac:picMkLst>
        </pc:picChg>
      </pc:sldChg>
      <pc:sldChg chg="modSp mod">
        <pc:chgData name="aziz dhifaoui" userId="a71dd549-9a7f-4b11-be81-ce6baa9925ee" providerId="ADAL" clId="{CEE57F83-6CD5-4134-B006-AA689D2D216F}" dt="2026-10-11T19:56:13.712" v="2525" actId="14100"/>
        <pc:sldMkLst>
          <pc:docMk/>
          <pc:sldMk cId="3047960422" sldId="420"/>
        </pc:sldMkLst>
        <pc:spChg chg="mod">
          <ac:chgData name="aziz dhifaoui" userId="a71dd549-9a7f-4b11-be81-ce6baa9925ee" providerId="ADAL" clId="{CEE57F83-6CD5-4134-B006-AA689D2D216F}" dt="2026-10-11T19:56:08.398" v="2524" actId="1076"/>
          <ac:spMkLst>
            <pc:docMk/>
            <pc:sldMk cId="3047960422" sldId="420"/>
            <ac:spMk id="4" creationId="{E30BC03B-76C1-A176-53CD-393A7DF63288}"/>
          </ac:spMkLst>
        </pc:spChg>
        <pc:cxnChg chg="mod">
          <ac:chgData name="aziz dhifaoui" userId="a71dd549-9a7f-4b11-be81-ce6baa9925ee" providerId="ADAL" clId="{CEE57F83-6CD5-4134-B006-AA689D2D216F}" dt="2026-10-11T19:56:13.712" v="2525" actId="14100"/>
          <ac:cxnSpMkLst>
            <pc:docMk/>
            <pc:sldMk cId="3047960422" sldId="420"/>
            <ac:cxnSpMk id="21" creationId="{6C3411AF-2E2B-08B3-A514-92663763C927}"/>
          </ac:cxnSpMkLst>
        </pc:cxnChg>
      </pc:sldChg>
      <pc:sldChg chg="ord">
        <pc:chgData name="aziz dhifaoui" userId="a71dd549-9a7f-4b11-be81-ce6baa9925ee" providerId="ADAL" clId="{CEE57F83-6CD5-4134-B006-AA689D2D216F}" dt="2026-10-10T14:41:21.518" v="140"/>
        <pc:sldMkLst>
          <pc:docMk/>
          <pc:sldMk cId="1294380526" sldId="422"/>
        </pc:sldMkLst>
      </pc:sldChg>
      <pc:sldChg chg="del ord">
        <pc:chgData name="aziz dhifaoui" userId="a71dd549-9a7f-4b11-be81-ce6baa9925ee" providerId="ADAL" clId="{CEE57F83-6CD5-4134-B006-AA689D2D216F}" dt="2026-10-11T19:08:52.077" v="2018" actId="47"/>
        <pc:sldMkLst>
          <pc:docMk/>
          <pc:sldMk cId="2369857384" sldId="422"/>
        </pc:sldMkLst>
      </pc:sldChg>
      <pc:sldChg chg="addSp modSp add mod setBg">
        <pc:chgData name="aziz dhifaoui" userId="a71dd549-9a7f-4b11-be81-ce6baa9925ee" providerId="ADAL" clId="{CEE57F83-6CD5-4134-B006-AA689D2D216F}" dt="2026-10-11T14:12:40.051" v="322" actId="14100"/>
        <pc:sldMkLst>
          <pc:docMk/>
          <pc:sldMk cId="1811164395" sldId="423"/>
        </pc:sldMkLst>
        <pc:spChg chg="add mod">
          <ac:chgData name="aziz dhifaoui" userId="a71dd549-9a7f-4b11-be81-ce6baa9925ee" providerId="ADAL" clId="{CEE57F83-6CD5-4134-B006-AA689D2D216F}" dt="2026-10-10T15:33:00.210" v="201" actId="767"/>
          <ac:spMkLst>
            <pc:docMk/>
            <pc:sldMk cId="1811164395" sldId="423"/>
            <ac:spMk id="2" creationId="{056A2C55-522A-BEA9-19EA-4E82FCC37DCF}"/>
          </ac:spMkLst>
        </pc:spChg>
        <pc:picChg chg="mod">
          <ac:chgData name="aziz dhifaoui" userId="a71dd549-9a7f-4b11-be81-ce6baa9925ee" providerId="ADAL" clId="{CEE57F83-6CD5-4134-B006-AA689D2D216F}" dt="2026-10-11T14:12:40.051" v="322" actId="14100"/>
          <ac:picMkLst>
            <pc:docMk/>
            <pc:sldMk cId="1811164395" sldId="423"/>
            <ac:picMk id="37" creationId="{238D6950-3561-03DC-5657-802F48F2D648}"/>
          </ac:picMkLst>
        </pc:picChg>
      </pc:sldChg>
      <pc:sldChg chg="addSp modSp">
        <pc:chgData name="aziz dhifaoui" userId="a71dd549-9a7f-4b11-be81-ce6baa9925ee" providerId="ADAL" clId="{CEE57F83-6CD5-4134-B006-AA689D2D216F}" dt="2026-10-10T15:50:15.317" v="211"/>
        <pc:sldMkLst>
          <pc:docMk/>
          <pc:sldMk cId="3951899162" sldId="424"/>
        </pc:sldMkLst>
        <pc:spChg chg="mod">
          <ac:chgData name="aziz dhifaoui" userId="a71dd549-9a7f-4b11-be81-ce6baa9925ee" providerId="ADAL" clId="{CEE57F83-6CD5-4134-B006-AA689D2D216F}" dt="2026-10-10T15:46:26.415" v="206"/>
          <ac:spMkLst>
            <pc:docMk/>
            <pc:sldMk cId="3951899162" sldId="424"/>
            <ac:spMk id="7" creationId="{F18C239F-5BA3-F9E8-BD5B-DFB61AA087DF}"/>
          </ac:spMkLst>
        </pc:spChg>
        <pc:spChg chg="mod">
          <ac:chgData name="aziz dhifaoui" userId="a71dd549-9a7f-4b11-be81-ce6baa9925ee" providerId="ADAL" clId="{CEE57F83-6CD5-4134-B006-AA689D2D216F}" dt="2026-10-10T15:47:14.925" v="209"/>
          <ac:spMkLst>
            <pc:docMk/>
            <pc:sldMk cId="3951899162" sldId="424"/>
            <ac:spMk id="10" creationId="{201E3413-B146-4D00-5CFD-680BF47D364B}"/>
          </ac:spMkLst>
        </pc:spChg>
        <pc:spChg chg="mod">
          <ac:chgData name="aziz dhifaoui" userId="a71dd549-9a7f-4b11-be81-ce6baa9925ee" providerId="ADAL" clId="{CEE57F83-6CD5-4134-B006-AA689D2D216F}" dt="2026-10-10T15:47:14.925" v="209"/>
          <ac:spMkLst>
            <pc:docMk/>
            <pc:sldMk cId="3951899162" sldId="424"/>
            <ac:spMk id="11" creationId="{D0411CAA-F7B3-CD96-592F-07B53B75AC2D}"/>
          </ac:spMkLst>
        </pc:spChg>
        <pc:spChg chg="add mod">
          <ac:chgData name="aziz dhifaoui" userId="a71dd549-9a7f-4b11-be81-ce6baa9925ee" providerId="ADAL" clId="{CEE57F83-6CD5-4134-B006-AA689D2D216F}" dt="2026-10-10T15:50:15.317" v="211"/>
          <ac:spMkLst>
            <pc:docMk/>
            <pc:sldMk cId="3951899162" sldId="424"/>
            <ac:spMk id="12" creationId="{FE1077A1-3158-9AC8-3EE9-E7978A119761}"/>
          </ac:spMkLst>
        </pc:spChg>
        <pc:spChg chg="mod">
          <ac:chgData name="aziz dhifaoui" userId="a71dd549-9a7f-4b11-be81-ce6baa9925ee" providerId="ADAL" clId="{CEE57F83-6CD5-4134-B006-AA689D2D216F}" dt="2026-10-10T15:43:33.091" v="204"/>
          <ac:spMkLst>
            <pc:docMk/>
            <pc:sldMk cId="3951899162" sldId="424"/>
            <ac:spMk id="39" creationId="{C5B8F6E8-C76A-AA10-0096-F652B4964A64}"/>
          </ac:spMkLst>
        </pc:spChg>
        <pc:spChg chg="mod">
          <ac:chgData name="aziz dhifaoui" userId="a71dd549-9a7f-4b11-be81-ce6baa9925ee" providerId="ADAL" clId="{CEE57F83-6CD5-4134-B006-AA689D2D216F}" dt="2026-10-10T15:43:33.091" v="204"/>
          <ac:spMkLst>
            <pc:docMk/>
            <pc:sldMk cId="3951899162" sldId="424"/>
            <ac:spMk id="40" creationId="{DA3F810C-5B65-4058-0A92-79CA6A157118}"/>
          </ac:spMkLst>
        </pc:spChg>
        <pc:grpChg chg="add mod">
          <ac:chgData name="aziz dhifaoui" userId="a71dd549-9a7f-4b11-be81-ce6baa9925ee" providerId="ADAL" clId="{CEE57F83-6CD5-4134-B006-AA689D2D216F}" dt="2026-10-10T15:47:14.925" v="209"/>
          <ac:grpSpMkLst>
            <pc:docMk/>
            <pc:sldMk cId="3951899162" sldId="424"/>
            <ac:grpSpMk id="9" creationId="{47D6DCD3-6E32-7F4F-8E82-E398778500F2}"/>
          </ac:grpSpMkLst>
        </pc:grpChg>
        <pc:grpChg chg="mod">
          <ac:chgData name="aziz dhifaoui" userId="a71dd549-9a7f-4b11-be81-ce6baa9925ee" providerId="ADAL" clId="{CEE57F83-6CD5-4134-B006-AA689D2D216F}" dt="2026-10-10T15:43:33.091" v="204"/>
          <ac:grpSpMkLst>
            <pc:docMk/>
            <pc:sldMk cId="3951899162" sldId="424"/>
            <ac:grpSpMk id="50" creationId="{D612290C-AB1E-600C-E8AA-B57FBB094176}"/>
          </ac:grpSpMkLst>
        </pc:grpChg>
        <pc:picChg chg="add">
          <ac:chgData name="aziz dhifaoui" userId="a71dd549-9a7f-4b11-be81-ce6baa9925ee" providerId="ADAL" clId="{CEE57F83-6CD5-4134-B006-AA689D2D216F}" dt="2026-10-10T15:42:44.349" v="202"/>
          <ac:picMkLst>
            <pc:docMk/>
            <pc:sldMk cId="3951899162" sldId="424"/>
            <ac:picMk id="4" creationId="{CC6AC814-1924-FC8D-F50A-AC57C0B64898}"/>
          </ac:picMkLst>
        </pc:picChg>
      </pc:sldChg>
      <pc:sldChg chg="addSp delSp modSp mod">
        <pc:chgData name="aziz dhifaoui" userId="a71dd549-9a7f-4b11-be81-ce6baa9925ee" providerId="ADAL" clId="{CEE57F83-6CD5-4134-B006-AA689D2D216F}" dt="2026-10-11T19:17:34.032" v="2130"/>
        <pc:sldMkLst>
          <pc:docMk/>
          <pc:sldMk cId="307667990" sldId="425"/>
        </pc:sldMkLst>
        <pc:spChg chg="mod">
          <ac:chgData name="aziz dhifaoui" userId="a71dd549-9a7f-4b11-be81-ce6baa9925ee" providerId="ADAL" clId="{CEE57F83-6CD5-4134-B006-AA689D2D216F}" dt="2026-10-11T19:10:11.519" v="2030" actId="1076"/>
          <ac:spMkLst>
            <pc:docMk/>
            <pc:sldMk cId="307667990" sldId="425"/>
            <ac:spMk id="7" creationId="{90296CB1-0548-C692-783C-54CC6BE85B4E}"/>
          </ac:spMkLst>
        </pc:spChg>
        <pc:spChg chg="add mod">
          <ac:chgData name="aziz dhifaoui" userId="a71dd549-9a7f-4b11-be81-ce6baa9925ee" providerId="ADAL" clId="{CEE57F83-6CD5-4134-B006-AA689D2D216F}" dt="2026-10-11T19:11:24.350" v="2050" actId="571"/>
          <ac:spMkLst>
            <pc:docMk/>
            <pc:sldMk cId="307667990" sldId="425"/>
            <ac:spMk id="9" creationId="{EF5BE1DB-4A23-EA72-A242-5E9DDC659FD9}"/>
          </ac:spMkLst>
        </pc:spChg>
        <pc:spChg chg="mod">
          <ac:chgData name="aziz dhifaoui" userId="a71dd549-9a7f-4b11-be81-ce6baa9925ee" providerId="ADAL" clId="{CEE57F83-6CD5-4134-B006-AA689D2D216F}" dt="2026-10-11T19:13:14.581" v="2075"/>
          <ac:spMkLst>
            <pc:docMk/>
            <pc:sldMk cId="307667990" sldId="425"/>
            <ac:spMk id="11" creationId="{C7823F08-8819-BD03-9E2F-0B4785C9DF60}"/>
          </ac:spMkLst>
        </pc:spChg>
        <pc:spChg chg="mod">
          <ac:chgData name="aziz dhifaoui" userId="a71dd549-9a7f-4b11-be81-ce6baa9925ee" providerId="ADAL" clId="{CEE57F83-6CD5-4134-B006-AA689D2D216F}" dt="2026-10-11T19:13:14.592" v="2076"/>
          <ac:spMkLst>
            <pc:docMk/>
            <pc:sldMk cId="307667990" sldId="425"/>
            <ac:spMk id="12" creationId="{A4197A4B-EC92-EF88-8F7F-F38DDB02749F}"/>
          </ac:spMkLst>
        </pc:spChg>
        <pc:spChg chg="mod">
          <ac:chgData name="aziz dhifaoui" userId="a71dd549-9a7f-4b11-be81-ce6baa9925ee" providerId="ADAL" clId="{CEE57F83-6CD5-4134-B006-AA689D2D216F}" dt="2026-10-11T19:17:34.001" v="2129" actId="14100"/>
          <ac:spMkLst>
            <pc:docMk/>
            <pc:sldMk cId="307667990" sldId="425"/>
            <ac:spMk id="14" creationId="{1BFF57B3-9FD4-72A8-E440-5EBB92B5E51A}"/>
          </ac:spMkLst>
        </pc:spChg>
        <pc:spChg chg="mod">
          <ac:chgData name="aziz dhifaoui" userId="a71dd549-9a7f-4b11-be81-ce6baa9925ee" providerId="ADAL" clId="{CEE57F83-6CD5-4134-B006-AA689D2D216F}" dt="2026-10-11T19:17:34.032" v="2130"/>
          <ac:spMkLst>
            <pc:docMk/>
            <pc:sldMk cId="307667990" sldId="425"/>
            <ac:spMk id="15" creationId="{5C553C4B-22C9-4917-859E-96345FDF7721}"/>
          </ac:spMkLst>
        </pc:spChg>
        <pc:spChg chg="mod">
          <ac:chgData name="aziz dhifaoui" userId="a71dd549-9a7f-4b11-be81-ce6baa9925ee" providerId="ADAL" clId="{CEE57F83-6CD5-4134-B006-AA689D2D216F}" dt="2026-10-11T19:14:17.629" v="2086" actId="14100"/>
          <ac:spMkLst>
            <pc:docMk/>
            <pc:sldMk cId="307667990" sldId="425"/>
            <ac:spMk id="52" creationId="{C6995DB8-8AED-4783-4B51-5B04B4CA8267}"/>
          </ac:spMkLst>
        </pc:spChg>
        <pc:spChg chg="mod">
          <ac:chgData name="aziz dhifaoui" userId="a71dd549-9a7f-4b11-be81-ce6baa9925ee" providerId="ADAL" clId="{CEE57F83-6CD5-4134-B006-AA689D2D216F}" dt="2026-10-11T19:14:54.315" v="2094" actId="113"/>
          <ac:spMkLst>
            <pc:docMk/>
            <pc:sldMk cId="307667990" sldId="425"/>
            <ac:spMk id="53" creationId="{5D51AB49-CE86-69E7-95F6-BBFBF3B78523}"/>
          </ac:spMkLst>
        </pc:spChg>
        <pc:grpChg chg="add del mod">
          <ac:chgData name="aziz dhifaoui" userId="a71dd549-9a7f-4b11-be81-ce6baa9925ee" providerId="ADAL" clId="{CEE57F83-6CD5-4134-B006-AA689D2D216F}" dt="2026-10-11T19:14:28.250" v="2088" actId="478"/>
          <ac:grpSpMkLst>
            <pc:docMk/>
            <pc:sldMk cId="307667990" sldId="425"/>
            <ac:grpSpMk id="10" creationId="{71AAD7B9-893A-96DD-AABC-46862539C0A0}"/>
          </ac:grpSpMkLst>
        </pc:grpChg>
        <pc:grpChg chg="add mod">
          <ac:chgData name="aziz dhifaoui" userId="a71dd549-9a7f-4b11-be81-ce6baa9925ee" providerId="ADAL" clId="{CEE57F83-6CD5-4134-B006-AA689D2D216F}" dt="2026-10-11T19:14:58.443" v="2096"/>
          <ac:grpSpMkLst>
            <pc:docMk/>
            <pc:sldMk cId="307667990" sldId="425"/>
            <ac:grpSpMk id="13" creationId="{90EB01D5-A5A1-D8CC-74AA-E5DE020B1880}"/>
          </ac:grpSpMkLst>
        </pc:grpChg>
        <pc:grpChg chg="mod">
          <ac:chgData name="aziz dhifaoui" userId="a71dd549-9a7f-4b11-be81-ce6baa9925ee" providerId="ADAL" clId="{CEE57F83-6CD5-4134-B006-AA689D2D216F}" dt="2026-10-11T19:14:34.976" v="2089" actId="1076"/>
          <ac:grpSpMkLst>
            <pc:docMk/>
            <pc:sldMk cId="307667990" sldId="425"/>
            <ac:grpSpMk id="51" creationId="{8059F966-99C8-5128-1172-947919806544}"/>
          </ac:grpSpMkLst>
        </pc:grpChg>
        <pc:picChg chg="add del">
          <ac:chgData name="aziz dhifaoui" userId="a71dd549-9a7f-4b11-be81-ce6baa9925ee" providerId="ADAL" clId="{CEE57F83-6CD5-4134-B006-AA689D2D216F}" dt="2026-10-11T19:09:57.270" v="2025" actId="478"/>
          <ac:picMkLst>
            <pc:docMk/>
            <pc:sldMk cId="307667990" sldId="425"/>
            <ac:picMk id="4" creationId="{81CD202F-B8B9-F4B4-F196-D9617DF57265}"/>
          </ac:picMkLst>
        </pc:picChg>
        <pc:picChg chg="add mod modCrop">
          <ac:chgData name="aziz dhifaoui" userId="a71dd549-9a7f-4b11-be81-ce6baa9925ee" providerId="ADAL" clId="{CEE57F83-6CD5-4134-B006-AA689D2D216F}" dt="2026-10-11T19:10:44.799" v="2035" actId="14100"/>
          <ac:picMkLst>
            <pc:docMk/>
            <pc:sldMk cId="307667990" sldId="425"/>
            <ac:picMk id="6" creationId="{4313F8B7-2A71-2382-C1AB-7A2311A67ADC}"/>
          </ac:picMkLst>
        </pc:picChg>
      </pc:sldChg>
      <pc:sldChg chg="addSp delSp modSp mod">
        <pc:chgData name="aziz dhifaoui" userId="a71dd549-9a7f-4b11-be81-ce6baa9925ee" providerId="ADAL" clId="{CEE57F83-6CD5-4134-B006-AA689D2D216F}" dt="2026-10-11T19:19:11.225" v="2144" actId="22"/>
        <pc:sldMkLst>
          <pc:docMk/>
          <pc:sldMk cId="2516747387" sldId="426"/>
        </pc:sldMkLst>
        <pc:spChg chg="add mod">
          <ac:chgData name="aziz dhifaoui" userId="a71dd549-9a7f-4b11-be81-ce6baa9925ee" providerId="ADAL" clId="{CEE57F83-6CD5-4134-B006-AA689D2D216F}" dt="2026-10-10T16:09:36.453" v="215" actId="767"/>
          <ac:spMkLst>
            <pc:docMk/>
            <pc:sldMk cId="2516747387" sldId="426"/>
            <ac:spMk id="2" creationId="{7D2EDA1B-2473-11DE-2235-0A90DC62AEB8}"/>
          </ac:spMkLst>
        </pc:spChg>
        <pc:spChg chg="del">
          <ac:chgData name="aziz dhifaoui" userId="a71dd549-9a7f-4b11-be81-ce6baa9925ee" providerId="ADAL" clId="{CEE57F83-6CD5-4134-B006-AA689D2D216F}" dt="2026-10-11T19:18:22.244" v="2135" actId="478"/>
          <ac:spMkLst>
            <pc:docMk/>
            <pc:sldMk cId="2516747387" sldId="426"/>
            <ac:spMk id="3" creationId="{97F2D14A-3DCB-7327-08E1-9D155BEB48EB}"/>
          </ac:spMkLst>
        </pc:spChg>
        <pc:spChg chg="del">
          <ac:chgData name="aziz dhifaoui" userId="a71dd549-9a7f-4b11-be81-ce6baa9925ee" providerId="ADAL" clId="{CEE57F83-6CD5-4134-B006-AA689D2D216F}" dt="2026-10-11T19:18:22.244" v="2135" actId="478"/>
          <ac:spMkLst>
            <pc:docMk/>
            <pc:sldMk cId="2516747387" sldId="426"/>
            <ac:spMk id="5" creationId="{7D0E3603-8B95-023D-41D5-384A8414970B}"/>
          </ac:spMkLst>
        </pc:spChg>
        <pc:spChg chg="add del">
          <ac:chgData name="aziz dhifaoui" userId="a71dd549-9a7f-4b11-be81-ce6baa9925ee" providerId="ADAL" clId="{CEE57F83-6CD5-4134-B006-AA689D2D216F}" dt="2026-10-11T19:19:10.916" v="2143" actId="478"/>
          <ac:spMkLst>
            <pc:docMk/>
            <pc:sldMk cId="2516747387" sldId="426"/>
            <ac:spMk id="6" creationId="{476E5DAD-CDC9-78DA-180B-18BB317EABE6}"/>
          </ac:spMkLst>
        </pc:spChg>
        <pc:spChg chg="del">
          <ac:chgData name="aziz dhifaoui" userId="a71dd549-9a7f-4b11-be81-ce6baa9925ee" providerId="ADAL" clId="{CEE57F83-6CD5-4134-B006-AA689D2D216F}" dt="2026-10-11T19:18:22.244" v="2135" actId="478"/>
          <ac:spMkLst>
            <pc:docMk/>
            <pc:sldMk cId="2516747387" sldId="426"/>
            <ac:spMk id="8" creationId="{9C4A1F4E-42C3-2DA0-6F11-500032E95767}"/>
          </ac:spMkLst>
        </pc:spChg>
        <pc:spChg chg="add del">
          <ac:chgData name="aziz dhifaoui" userId="a71dd549-9a7f-4b11-be81-ce6baa9925ee" providerId="ADAL" clId="{CEE57F83-6CD5-4134-B006-AA689D2D216F}" dt="2026-10-11T19:19:10.916" v="2143" actId="478"/>
          <ac:spMkLst>
            <pc:docMk/>
            <pc:sldMk cId="2516747387" sldId="426"/>
            <ac:spMk id="9" creationId="{CC8C924B-1CDC-2295-7DF2-970BABA1CC10}"/>
          </ac:spMkLst>
        </pc:spChg>
        <pc:spChg chg="mod">
          <ac:chgData name="aziz dhifaoui" userId="a71dd549-9a7f-4b11-be81-ce6baa9925ee" providerId="ADAL" clId="{CEE57F83-6CD5-4134-B006-AA689D2D216F}" dt="2026-10-10T16:23:27.673" v="216" actId="164"/>
          <ac:spMkLst>
            <pc:docMk/>
            <pc:sldMk cId="2516747387" sldId="426"/>
            <ac:spMk id="12" creationId="{3D073489-49ED-C3E8-3D5A-F5AA36C9B90C}"/>
          </ac:spMkLst>
        </pc:spChg>
        <pc:spChg chg="add del">
          <ac:chgData name="aziz dhifaoui" userId="a71dd549-9a7f-4b11-be81-ce6baa9925ee" providerId="ADAL" clId="{CEE57F83-6CD5-4134-B006-AA689D2D216F}" dt="2026-10-11T19:19:10.916" v="2143" actId="478"/>
          <ac:spMkLst>
            <pc:docMk/>
            <pc:sldMk cId="2516747387" sldId="426"/>
            <ac:spMk id="13" creationId="{8E88DB8C-BF83-ABA6-17AA-3BDCB5AC79EE}"/>
          </ac:spMkLst>
        </pc:spChg>
        <pc:spChg chg="mod">
          <ac:chgData name="aziz dhifaoui" userId="a71dd549-9a7f-4b11-be81-ce6baa9925ee" providerId="ADAL" clId="{CEE57F83-6CD5-4134-B006-AA689D2D216F}" dt="2026-10-10T16:23:27.673" v="216" actId="164"/>
          <ac:spMkLst>
            <pc:docMk/>
            <pc:sldMk cId="2516747387" sldId="426"/>
            <ac:spMk id="14" creationId="{B8A32D81-23F4-6C23-8E47-72EFAD7D2BA0}"/>
          </ac:spMkLst>
        </pc:spChg>
        <pc:spChg chg="mod">
          <ac:chgData name="aziz dhifaoui" userId="a71dd549-9a7f-4b11-be81-ce6baa9925ee" providerId="ADAL" clId="{CEE57F83-6CD5-4134-B006-AA689D2D216F}" dt="2026-10-10T16:23:28.209" v="217"/>
          <ac:spMkLst>
            <pc:docMk/>
            <pc:sldMk cId="2516747387" sldId="426"/>
            <ac:spMk id="17" creationId="{17BA8849-E15F-33E6-9AC2-AE7AA8904E1D}"/>
          </ac:spMkLst>
        </pc:spChg>
        <pc:spChg chg="mod">
          <ac:chgData name="aziz dhifaoui" userId="a71dd549-9a7f-4b11-be81-ce6baa9925ee" providerId="ADAL" clId="{CEE57F83-6CD5-4134-B006-AA689D2D216F}" dt="2026-10-10T16:23:28.209" v="217"/>
          <ac:spMkLst>
            <pc:docMk/>
            <pc:sldMk cId="2516747387" sldId="426"/>
            <ac:spMk id="18" creationId="{BE55124C-DDF7-3692-648D-28A78CD02D08}"/>
          </ac:spMkLst>
        </pc:spChg>
        <pc:spChg chg="mod">
          <ac:chgData name="aziz dhifaoui" userId="a71dd549-9a7f-4b11-be81-ce6baa9925ee" providerId="ADAL" clId="{CEE57F83-6CD5-4134-B006-AA689D2D216F}" dt="2026-10-10T16:25:49.301" v="218"/>
          <ac:spMkLst>
            <pc:docMk/>
            <pc:sldMk cId="2516747387" sldId="426"/>
            <ac:spMk id="20" creationId="{BDDDB508-AB73-F3E3-8BCA-42D17CFE0B86}"/>
          </ac:spMkLst>
        </pc:spChg>
        <pc:spChg chg="mod">
          <ac:chgData name="aziz dhifaoui" userId="a71dd549-9a7f-4b11-be81-ce6baa9925ee" providerId="ADAL" clId="{CEE57F83-6CD5-4134-B006-AA689D2D216F}" dt="2026-10-10T16:25:49.301" v="218"/>
          <ac:spMkLst>
            <pc:docMk/>
            <pc:sldMk cId="2516747387" sldId="426"/>
            <ac:spMk id="21" creationId="{3219A29E-185D-A3FA-77C3-4A4607109F20}"/>
          </ac:spMkLst>
        </pc:spChg>
        <pc:spChg chg="add del">
          <ac:chgData name="aziz dhifaoui" userId="a71dd549-9a7f-4b11-be81-ce6baa9925ee" providerId="ADAL" clId="{CEE57F83-6CD5-4134-B006-AA689D2D216F}" dt="2026-10-11T19:19:10.916" v="2143" actId="478"/>
          <ac:spMkLst>
            <pc:docMk/>
            <pc:sldMk cId="2516747387" sldId="426"/>
            <ac:spMk id="24" creationId="{14C8C4BB-B7E3-FD0A-894F-73050297E920}"/>
          </ac:spMkLst>
        </pc:spChg>
        <pc:spChg chg="add">
          <ac:chgData name="aziz dhifaoui" userId="a71dd549-9a7f-4b11-be81-ce6baa9925ee" providerId="ADAL" clId="{CEE57F83-6CD5-4134-B006-AA689D2D216F}" dt="2026-10-11T19:19:11.225" v="2144" actId="22"/>
          <ac:spMkLst>
            <pc:docMk/>
            <pc:sldMk cId="2516747387" sldId="426"/>
            <ac:spMk id="27" creationId="{4B726624-DA85-7929-2F81-08D42D3FF02B}"/>
          </ac:spMkLst>
        </pc:spChg>
        <pc:spChg chg="add">
          <ac:chgData name="aziz dhifaoui" userId="a71dd549-9a7f-4b11-be81-ce6baa9925ee" providerId="ADAL" clId="{CEE57F83-6CD5-4134-B006-AA689D2D216F}" dt="2026-10-11T19:19:11.225" v="2144" actId="22"/>
          <ac:spMkLst>
            <pc:docMk/>
            <pc:sldMk cId="2516747387" sldId="426"/>
            <ac:spMk id="29" creationId="{7102539D-6A02-6353-797F-F0918B692E4C}"/>
          </ac:spMkLst>
        </pc:spChg>
        <pc:spChg chg="del">
          <ac:chgData name="aziz dhifaoui" userId="a71dd549-9a7f-4b11-be81-ce6baa9925ee" providerId="ADAL" clId="{CEE57F83-6CD5-4134-B006-AA689D2D216F}" dt="2026-10-11T19:18:22.244" v="2135" actId="478"/>
          <ac:spMkLst>
            <pc:docMk/>
            <pc:sldMk cId="2516747387" sldId="426"/>
            <ac:spMk id="32" creationId="{F211BDF6-A372-5617-69FA-029CF5E41E35}"/>
          </ac:spMkLst>
        </pc:spChg>
        <pc:spChg chg="add">
          <ac:chgData name="aziz dhifaoui" userId="a71dd549-9a7f-4b11-be81-ce6baa9925ee" providerId="ADAL" clId="{CEE57F83-6CD5-4134-B006-AA689D2D216F}" dt="2026-10-11T19:19:11.225" v="2144" actId="22"/>
          <ac:spMkLst>
            <pc:docMk/>
            <pc:sldMk cId="2516747387" sldId="426"/>
            <ac:spMk id="33" creationId="{19C27823-8ED5-AF2A-8C43-0ECF47B55A5E}"/>
          </ac:spMkLst>
        </pc:spChg>
        <pc:spChg chg="add">
          <ac:chgData name="aziz dhifaoui" userId="a71dd549-9a7f-4b11-be81-ce6baa9925ee" providerId="ADAL" clId="{CEE57F83-6CD5-4134-B006-AA689D2D216F}" dt="2026-10-11T19:19:11.225" v="2144" actId="22"/>
          <ac:spMkLst>
            <pc:docMk/>
            <pc:sldMk cId="2516747387" sldId="426"/>
            <ac:spMk id="35" creationId="{7B5F2997-A7F3-8C69-E25E-EA685C939318}"/>
          </ac:spMkLst>
        </pc:spChg>
        <pc:spChg chg="del">
          <ac:chgData name="aziz dhifaoui" userId="a71dd549-9a7f-4b11-be81-ce6baa9925ee" providerId="ADAL" clId="{CEE57F83-6CD5-4134-B006-AA689D2D216F}" dt="2026-10-11T19:18:22.244" v="2135" actId="478"/>
          <ac:spMkLst>
            <pc:docMk/>
            <pc:sldMk cId="2516747387" sldId="426"/>
            <ac:spMk id="36" creationId="{563493B8-2D2C-D65F-1179-7C856B737EFC}"/>
          </ac:spMkLst>
        </pc:spChg>
        <pc:spChg chg="add">
          <ac:chgData name="aziz dhifaoui" userId="a71dd549-9a7f-4b11-be81-ce6baa9925ee" providerId="ADAL" clId="{CEE57F83-6CD5-4134-B006-AA689D2D216F}" dt="2026-10-11T19:19:11.225" v="2144" actId="22"/>
          <ac:spMkLst>
            <pc:docMk/>
            <pc:sldMk cId="2516747387" sldId="426"/>
            <ac:spMk id="38" creationId="{14482341-C8F6-B7FD-CA43-4A6ECAF6336C}"/>
          </ac:spMkLst>
        </pc:spChg>
        <pc:grpChg chg="add mod">
          <ac:chgData name="aziz dhifaoui" userId="a71dd549-9a7f-4b11-be81-ce6baa9925ee" providerId="ADAL" clId="{CEE57F83-6CD5-4134-B006-AA689D2D216F}" dt="2026-10-10T16:23:27.673" v="216" actId="164"/>
          <ac:grpSpMkLst>
            <pc:docMk/>
            <pc:sldMk cId="2516747387" sldId="426"/>
            <ac:grpSpMk id="15" creationId="{626288AE-67B0-D331-0DDF-08479747D132}"/>
          </ac:grpSpMkLst>
        </pc:grpChg>
        <pc:grpChg chg="add mod">
          <ac:chgData name="aziz dhifaoui" userId="a71dd549-9a7f-4b11-be81-ce6baa9925ee" providerId="ADAL" clId="{CEE57F83-6CD5-4134-B006-AA689D2D216F}" dt="2026-10-10T16:23:28.209" v="217"/>
          <ac:grpSpMkLst>
            <pc:docMk/>
            <pc:sldMk cId="2516747387" sldId="426"/>
            <ac:grpSpMk id="16" creationId="{EEE27F4B-53A9-123F-2E02-98890DA0C74D}"/>
          </ac:grpSpMkLst>
        </pc:grpChg>
        <pc:grpChg chg="add mod">
          <ac:chgData name="aziz dhifaoui" userId="a71dd549-9a7f-4b11-be81-ce6baa9925ee" providerId="ADAL" clId="{CEE57F83-6CD5-4134-B006-AA689D2D216F}" dt="2026-10-10T16:25:49.301" v="218"/>
          <ac:grpSpMkLst>
            <pc:docMk/>
            <pc:sldMk cId="2516747387" sldId="426"/>
            <ac:grpSpMk id="19" creationId="{E5128517-91EB-DAC7-197F-E1E5FF26351F}"/>
          </ac:grpSpMkLst>
        </pc:grpChg>
        <pc:picChg chg="add">
          <ac:chgData name="aziz dhifaoui" userId="a71dd549-9a7f-4b11-be81-ce6baa9925ee" providerId="ADAL" clId="{CEE57F83-6CD5-4134-B006-AA689D2D216F}" dt="2026-10-10T16:29:06.677" v="220"/>
          <ac:picMkLst>
            <pc:docMk/>
            <pc:sldMk cId="2516747387" sldId="426"/>
            <ac:picMk id="30" creationId="{EEBF9591-CD6A-8075-929C-2FC11A80DAAB}"/>
          </ac:picMkLst>
        </pc:picChg>
        <pc:cxnChg chg="add mod">
          <ac:chgData name="aziz dhifaoui" userId="a71dd549-9a7f-4b11-be81-ce6baa9925ee" providerId="ADAL" clId="{CEE57F83-6CD5-4134-B006-AA689D2D216F}" dt="2026-10-10T16:27:56.798" v="219"/>
          <ac:cxnSpMkLst>
            <pc:docMk/>
            <pc:sldMk cId="2516747387" sldId="426"/>
            <ac:cxnSpMk id="26" creationId="{77F02021-55F5-56E4-4A7D-FBD7D997651B}"/>
          </ac:cxnSpMkLst>
        </pc:cxnChg>
      </pc:sldChg>
      <pc:sldChg chg="delSp">
        <pc:chgData name="aziz dhifaoui" userId="a71dd549-9a7f-4b11-be81-ce6baa9925ee" providerId="ADAL" clId="{CEE57F83-6CD5-4134-B006-AA689D2D216F}" dt="2026-10-10T16:31:42.314" v="221"/>
        <pc:sldMkLst>
          <pc:docMk/>
          <pc:sldMk cId="4145351858" sldId="427"/>
        </pc:sldMkLst>
        <pc:spChg chg="del">
          <ac:chgData name="aziz dhifaoui" userId="a71dd549-9a7f-4b11-be81-ce6baa9925ee" providerId="ADAL" clId="{CEE57F83-6CD5-4134-B006-AA689D2D216F}" dt="2026-10-10T16:31:42.314" v="221"/>
          <ac:spMkLst>
            <pc:docMk/>
            <pc:sldMk cId="4145351858" sldId="427"/>
            <ac:spMk id="14" creationId="{A986DC98-8DCA-6029-CA19-BFD02FD670BE}"/>
          </ac:spMkLst>
        </pc:spChg>
      </pc:sldChg>
      <pc:sldChg chg="addSp modSp mod">
        <pc:chgData name="aziz dhifaoui" userId="a71dd549-9a7f-4b11-be81-ce6baa9925ee" providerId="ADAL" clId="{CEE57F83-6CD5-4134-B006-AA689D2D216F}" dt="2026-10-11T16:56:26.176" v="441" actId="1076"/>
        <pc:sldMkLst>
          <pc:docMk/>
          <pc:sldMk cId="4166168400" sldId="428"/>
        </pc:sldMkLst>
        <pc:spChg chg="mod">
          <ac:chgData name="aziz dhifaoui" userId="a71dd549-9a7f-4b11-be81-ce6baa9925ee" providerId="ADAL" clId="{CEE57F83-6CD5-4134-B006-AA689D2D216F}" dt="2026-10-11T16:55:48.931" v="432" actId="1076"/>
          <ac:spMkLst>
            <pc:docMk/>
            <pc:sldMk cId="4166168400" sldId="428"/>
            <ac:spMk id="3" creationId="{437D234F-45B4-2BF6-B8EB-1230F78650C5}"/>
          </ac:spMkLst>
        </pc:spChg>
        <pc:spChg chg="mod">
          <ac:chgData name="aziz dhifaoui" userId="a71dd549-9a7f-4b11-be81-ce6baa9925ee" providerId="ADAL" clId="{CEE57F83-6CD5-4134-B006-AA689D2D216F}" dt="2026-10-11T16:56:26.176" v="441" actId="1076"/>
          <ac:spMkLst>
            <pc:docMk/>
            <pc:sldMk cId="4166168400" sldId="428"/>
            <ac:spMk id="5" creationId="{B8D2829C-EC80-629C-1A88-92F59DA4BB90}"/>
          </ac:spMkLst>
        </pc:spChg>
        <pc:spChg chg="mod">
          <ac:chgData name="aziz dhifaoui" userId="a71dd549-9a7f-4b11-be81-ce6baa9925ee" providerId="ADAL" clId="{CEE57F83-6CD5-4134-B006-AA689D2D216F}" dt="2026-10-10T16:52:07.243" v="268" actId="255"/>
          <ac:spMkLst>
            <pc:docMk/>
            <pc:sldMk cId="4166168400" sldId="428"/>
            <ac:spMk id="9" creationId="{A9A1E8F4-0EDE-C0B9-328C-747764C69F69}"/>
          </ac:spMkLst>
        </pc:spChg>
        <pc:spChg chg="mod">
          <ac:chgData name="aziz dhifaoui" userId="a71dd549-9a7f-4b11-be81-ce6baa9925ee" providerId="ADAL" clId="{CEE57F83-6CD5-4134-B006-AA689D2D216F}" dt="2026-10-10T16:42:10.070" v="224"/>
          <ac:spMkLst>
            <pc:docMk/>
            <pc:sldMk cId="4166168400" sldId="428"/>
            <ac:spMk id="10" creationId="{8955EC5A-3094-7832-C376-30548E0733A2}"/>
          </ac:spMkLst>
        </pc:spChg>
        <pc:spChg chg="mod">
          <ac:chgData name="aziz dhifaoui" userId="a71dd549-9a7f-4b11-be81-ce6baa9925ee" providerId="ADAL" clId="{CEE57F83-6CD5-4134-B006-AA689D2D216F}" dt="2026-10-10T16:52:07.243" v="268" actId="255"/>
          <ac:spMkLst>
            <pc:docMk/>
            <pc:sldMk cId="4166168400" sldId="428"/>
            <ac:spMk id="11" creationId="{4283FAFD-18C5-B4ED-6306-DB31433FE24D}"/>
          </ac:spMkLst>
        </pc:spChg>
        <pc:spChg chg="mod">
          <ac:chgData name="aziz dhifaoui" userId="a71dd549-9a7f-4b11-be81-ce6baa9925ee" providerId="ADAL" clId="{CEE57F83-6CD5-4134-B006-AA689D2D216F}" dt="2026-10-10T16:43:10.054" v="225"/>
          <ac:spMkLst>
            <pc:docMk/>
            <pc:sldMk cId="4166168400" sldId="428"/>
            <ac:spMk id="14" creationId="{7B67237A-7E21-8EE9-071E-5F564F467E6A}"/>
          </ac:spMkLst>
        </pc:spChg>
        <pc:spChg chg="mod">
          <ac:chgData name="aziz dhifaoui" userId="a71dd549-9a7f-4b11-be81-ce6baa9925ee" providerId="ADAL" clId="{CEE57F83-6CD5-4134-B006-AA689D2D216F}" dt="2026-10-10T16:52:14.917" v="270" actId="113"/>
          <ac:spMkLst>
            <pc:docMk/>
            <pc:sldMk cId="4166168400" sldId="428"/>
            <ac:spMk id="22" creationId="{BCAC9C90-3C7D-47BB-4C9C-3175FB53C826}"/>
          </ac:spMkLst>
        </pc:spChg>
        <pc:spChg chg="mod">
          <ac:chgData name="aziz dhifaoui" userId="a71dd549-9a7f-4b11-be81-ce6baa9925ee" providerId="ADAL" clId="{CEE57F83-6CD5-4134-B006-AA689D2D216F}" dt="2026-10-10T16:52:14.917" v="270" actId="113"/>
          <ac:spMkLst>
            <pc:docMk/>
            <pc:sldMk cId="4166168400" sldId="428"/>
            <ac:spMk id="24" creationId="{EBFCC2FA-BE7F-669E-B40B-5038F7F7B3A0}"/>
          </ac:spMkLst>
        </pc:spChg>
        <pc:spChg chg="mod">
          <ac:chgData name="aziz dhifaoui" userId="a71dd549-9a7f-4b11-be81-ce6baa9925ee" providerId="ADAL" clId="{CEE57F83-6CD5-4134-B006-AA689D2D216F}" dt="2026-10-10T16:52:11.680" v="269" actId="255"/>
          <ac:spMkLst>
            <pc:docMk/>
            <pc:sldMk cId="4166168400" sldId="428"/>
            <ac:spMk id="27" creationId="{4849B6E6-22A0-EC4E-0764-7536CED99E3D}"/>
          </ac:spMkLst>
        </pc:spChg>
        <pc:spChg chg="mod">
          <ac:chgData name="aziz dhifaoui" userId="a71dd549-9a7f-4b11-be81-ce6baa9925ee" providerId="ADAL" clId="{CEE57F83-6CD5-4134-B006-AA689D2D216F}" dt="2026-10-10T16:52:11.680" v="269" actId="255"/>
          <ac:spMkLst>
            <pc:docMk/>
            <pc:sldMk cId="4166168400" sldId="428"/>
            <ac:spMk id="28" creationId="{A01B5BD1-5CB8-608E-EEE0-4B45B772224F}"/>
          </ac:spMkLst>
        </pc:spChg>
        <pc:grpChg chg="add mod">
          <ac:chgData name="aziz dhifaoui" userId="a71dd549-9a7f-4b11-be81-ce6baa9925ee" providerId="ADAL" clId="{CEE57F83-6CD5-4134-B006-AA689D2D216F}" dt="2026-10-10T16:52:07.243" v="268" actId="255"/>
          <ac:grpSpMkLst>
            <pc:docMk/>
            <pc:sldMk cId="4166168400" sldId="428"/>
            <ac:grpSpMk id="7" creationId="{321B13C1-568D-4F0B-C323-BAE6791C4358}"/>
          </ac:grpSpMkLst>
        </pc:grpChg>
        <pc:grpChg chg="add mod">
          <ac:chgData name="aziz dhifaoui" userId="a71dd549-9a7f-4b11-be81-ce6baa9925ee" providerId="ADAL" clId="{CEE57F83-6CD5-4134-B006-AA689D2D216F}" dt="2026-10-10T16:52:14.917" v="270" actId="113"/>
          <ac:grpSpMkLst>
            <pc:docMk/>
            <pc:sldMk cId="4166168400" sldId="428"/>
            <ac:grpSpMk id="13" creationId="{07BDA0DC-B027-58F4-46F2-DC1D54A7486C}"/>
          </ac:grpSpMkLst>
        </pc:grpChg>
        <pc:grpChg chg="add mod">
          <ac:chgData name="aziz dhifaoui" userId="a71dd549-9a7f-4b11-be81-ce6baa9925ee" providerId="ADAL" clId="{CEE57F83-6CD5-4134-B006-AA689D2D216F}" dt="2026-10-10T16:52:11.680" v="269" actId="255"/>
          <ac:grpSpMkLst>
            <pc:docMk/>
            <pc:sldMk cId="4166168400" sldId="428"/>
            <ac:grpSpMk id="25" creationId="{3EC63B5E-0C47-4569-E497-37A0C5ABC7FE}"/>
          </ac:grpSpMkLst>
        </pc:grpChg>
        <pc:picChg chg="add">
          <ac:chgData name="aziz dhifaoui" userId="a71dd549-9a7f-4b11-be81-ce6baa9925ee" providerId="ADAL" clId="{CEE57F83-6CD5-4134-B006-AA689D2D216F}" dt="2026-10-10T16:44:05.654" v="226"/>
          <ac:picMkLst>
            <pc:docMk/>
            <pc:sldMk cId="4166168400" sldId="428"/>
            <ac:picMk id="6" creationId="{EA091C0D-C5BB-E27E-8665-38B5F89EC5F3}"/>
          </ac:picMkLst>
        </pc:picChg>
      </pc:sldChg>
      <pc:sldChg chg="addSp delSp modSp mod">
        <pc:chgData name="aziz dhifaoui" userId="a71dd549-9a7f-4b11-be81-ce6baa9925ee" providerId="ADAL" clId="{CEE57F83-6CD5-4134-B006-AA689D2D216F}" dt="2026-10-11T19:19:04.156" v="2142" actId="22"/>
        <pc:sldMkLst>
          <pc:docMk/>
          <pc:sldMk cId="3465083458" sldId="429"/>
        </pc:sldMkLst>
        <pc:spChg chg="mod">
          <ac:chgData name="aziz dhifaoui" userId="a71dd549-9a7f-4b11-be81-ce6baa9925ee" providerId="ADAL" clId="{CEE57F83-6CD5-4134-B006-AA689D2D216F}" dt="2026-10-10T17:04:27.291" v="274"/>
          <ac:spMkLst>
            <pc:docMk/>
            <pc:sldMk cId="3465083458" sldId="429"/>
            <ac:spMk id="2" creationId="{3D52B24C-36E1-9211-D03A-9C8CED6945BB}"/>
          </ac:spMkLst>
        </pc:spChg>
        <pc:spChg chg="del">
          <ac:chgData name="aziz dhifaoui" userId="a71dd549-9a7f-4b11-be81-ce6baa9925ee" providerId="ADAL" clId="{CEE57F83-6CD5-4134-B006-AA689D2D216F}" dt="2026-10-11T19:18:28.533" v="2137" actId="478"/>
          <ac:spMkLst>
            <pc:docMk/>
            <pc:sldMk cId="3465083458" sldId="429"/>
            <ac:spMk id="3" creationId="{F8C821B0-C74F-0170-6A3A-A4D30864D3B2}"/>
          </ac:spMkLst>
        </pc:spChg>
        <pc:spChg chg="del">
          <ac:chgData name="aziz dhifaoui" userId="a71dd549-9a7f-4b11-be81-ce6baa9925ee" providerId="ADAL" clId="{CEE57F83-6CD5-4134-B006-AA689D2D216F}" dt="2026-10-11T19:18:28.533" v="2137" actId="478"/>
          <ac:spMkLst>
            <pc:docMk/>
            <pc:sldMk cId="3465083458" sldId="429"/>
            <ac:spMk id="5" creationId="{6DBEEDA8-9CCD-D352-5134-0EE2BE0FFD16}"/>
          </ac:spMkLst>
        </pc:spChg>
        <pc:spChg chg="add del">
          <ac:chgData name="aziz dhifaoui" userId="a71dd549-9a7f-4b11-be81-ce6baa9925ee" providerId="ADAL" clId="{CEE57F83-6CD5-4134-B006-AA689D2D216F}" dt="2026-10-11T19:17:58.369" v="2133" actId="22"/>
          <ac:spMkLst>
            <pc:docMk/>
            <pc:sldMk cId="3465083458" sldId="429"/>
            <ac:spMk id="7" creationId="{26D5C51A-8670-1855-7FCC-41EF64096961}"/>
          </ac:spMkLst>
        </pc:spChg>
        <pc:spChg chg="del">
          <ac:chgData name="aziz dhifaoui" userId="a71dd549-9a7f-4b11-be81-ce6baa9925ee" providerId="ADAL" clId="{CEE57F83-6CD5-4134-B006-AA689D2D216F}" dt="2026-10-11T19:18:28.533" v="2137" actId="478"/>
          <ac:spMkLst>
            <pc:docMk/>
            <pc:sldMk cId="3465083458" sldId="429"/>
            <ac:spMk id="8" creationId="{111E9477-8E61-CE90-DAC8-1A82C6B32E9D}"/>
          </ac:spMkLst>
        </pc:spChg>
        <pc:spChg chg="mod">
          <ac:chgData name="aziz dhifaoui" userId="a71dd549-9a7f-4b11-be81-ce6baa9925ee" providerId="ADAL" clId="{CEE57F83-6CD5-4134-B006-AA689D2D216F}" dt="2026-10-10T17:05:13.768" v="275"/>
          <ac:spMkLst>
            <pc:docMk/>
            <pc:sldMk cId="3465083458" sldId="429"/>
            <ac:spMk id="10" creationId="{E876EA36-10D7-6170-B092-F24FAEF3F965}"/>
          </ac:spMkLst>
        </pc:spChg>
        <pc:spChg chg="add del">
          <ac:chgData name="aziz dhifaoui" userId="a71dd549-9a7f-4b11-be81-ce6baa9925ee" providerId="ADAL" clId="{CEE57F83-6CD5-4134-B006-AA689D2D216F}" dt="2026-10-11T19:19:03.759" v="2141" actId="478"/>
          <ac:spMkLst>
            <pc:docMk/>
            <pc:sldMk cId="3465083458" sldId="429"/>
            <ac:spMk id="11" creationId="{6FE8BDD0-D809-859F-27DA-F1E9A2C3694F}"/>
          </ac:spMkLst>
        </pc:spChg>
        <pc:spChg chg="mod">
          <ac:chgData name="aziz dhifaoui" userId="a71dd549-9a7f-4b11-be81-ce6baa9925ee" providerId="ADAL" clId="{CEE57F83-6CD5-4134-B006-AA689D2D216F}" dt="2026-10-10T17:15:26.984" v="281"/>
          <ac:spMkLst>
            <pc:docMk/>
            <pc:sldMk cId="3465083458" sldId="429"/>
            <ac:spMk id="12" creationId="{ABF3F38E-C32D-5C62-2C4A-F1C83D3711A5}"/>
          </ac:spMkLst>
        </pc:spChg>
        <pc:spChg chg="mod">
          <ac:chgData name="aziz dhifaoui" userId="a71dd549-9a7f-4b11-be81-ce6baa9925ee" providerId="ADAL" clId="{CEE57F83-6CD5-4134-B006-AA689D2D216F}" dt="2026-10-10T17:15:26.984" v="281"/>
          <ac:spMkLst>
            <pc:docMk/>
            <pc:sldMk cId="3465083458" sldId="429"/>
            <ac:spMk id="14" creationId="{694539C8-C124-D5CE-9B26-6515A475E5AC}"/>
          </ac:spMkLst>
        </pc:spChg>
        <pc:spChg chg="add del">
          <ac:chgData name="aziz dhifaoui" userId="a71dd549-9a7f-4b11-be81-ce6baa9925ee" providerId="ADAL" clId="{CEE57F83-6CD5-4134-B006-AA689D2D216F}" dt="2026-10-11T19:19:03.759" v="2141" actId="478"/>
          <ac:spMkLst>
            <pc:docMk/>
            <pc:sldMk cId="3465083458" sldId="429"/>
            <ac:spMk id="16" creationId="{93FC81DF-D58F-52EB-92BB-FAE0C65FF706}"/>
          </ac:spMkLst>
        </pc:spChg>
        <pc:spChg chg="add del">
          <ac:chgData name="aziz dhifaoui" userId="a71dd549-9a7f-4b11-be81-ce6baa9925ee" providerId="ADAL" clId="{CEE57F83-6CD5-4134-B006-AA689D2D216F}" dt="2026-10-11T19:19:03.759" v="2141" actId="478"/>
          <ac:spMkLst>
            <pc:docMk/>
            <pc:sldMk cId="3465083458" sldId="429"/>
            <ac:spMk id="18" creationId="{06B6BB1F-A864-C2C7-E91B-599786AF2FC2}"/>
          </ac:spMkLst>
        </pc:spChg>
        <pc:spChg chg="add del">
          <ac:chgData name="aziz dhifaoui" userId="a71dd549-9a7f-4b11-be81-ce6baa9925ee" providerId="ADAL" clId="{CEE57F83-6CD5-4134-B006-AA689D2D216F}" dt="2026-10-11T19:19:03.759" v="2141" actId="478"/>
          <ac:spMkLst>
            <pc:docMk/>
            <pc:sldMk cId="3465083458" sldId="429"/>
            <ac:spMk id="20" creationId="{7A83545F-FF47-AD03-D689-4A0F840B432C}"/>
          </ac:spMkLst>
        </pc:spChg>
        <pc:spChg chg="add">
          <ac:chgData name="aziz dhifaoui" userId="a71dd549-9a7f-4b11-be81-ce6baa9925ee" providerId="ADAL" clId="{CEE57F83-6CD5-4134-B006-AA689D2D216F}" dt="2026-10-11T19:19:04.156" v="2142" actId="22"/>
          <ac:spMkLst>
            <pc:docMk/>
            <pc:sldMk cId="3465083458" sldId="429"/>
            <ac:spMk id="22" creationId="{583A5A09-2771-E67E-A85F-264EB4E4CEA6}"/>
          </ac:spMkLst>
        </pc:spChg>
        <pc:spChg chg="add">
          <ac:chgData name="aziz dhifaoui" userId="a71dd549-9a7f-4b11-be81-ce6baa9925ee" providerId="ADAL" clId="{CEE57F83-6CD5-4134-B006-AA689D2D216F}" dt="2026-10-11T19:19:04.156" v="2142" actId="22"/>
          <ac:spMkLst>
            <pc:docMk/>
            <pc:sldMk cId="3465083458" sldId="429"/>
            <ac:spMk id="24" creationId="{13F1E150-B430-93A9-EA1A-AE27475F0DE1}"/>
          </ac:spMkLst>
        </pc:spChg>
        <pc:spChg chg="add">
          <ac:chgData name="aziz dhifaoui" userId="a71dd549-9a7f-4b11-be81-ce6baa9925ee" providerId="ADAL" clId="{CEE57F83-6CD5-4134-B006-AA689D2D216F}" dt="2026-10-11T19:19:04.156" v="2142" actId="22"/>
          <ac:spMkLst>
            <pc:docMk/>
            <pc:sldMk cId="3465083458" sldId="429"/>
            <ac:spMk id="26" creationId="{14E420D4-3653-44A3-C5E5-137E2F3F2A62}"/>
          </ac:spMkLst>
        </pc:spChg>
        <pc:spChg chg="add">
          <ac:chgData name="aziz dhifaoui" userId="a71dd549-9a7f-4b11-be81-ce6baa9925ee" providerId="ADAL" clId="{CEE57F83-6CD5-4134-B006-AA689D2D216F}" dt="2026-10-11T19:19:04.156" v="2142" actId="22"/>
          <ac:spMkLst>
            <pc:docMk/>
            <pc:sldMk cId="3465083458" sldId="429"/>
            <ac:spMk id="28" creationId="{DD4D4667-8899-43D4-7B7C-3A4CA8844553}"/>
          </ac:spMkLst>
        </pc:spChg>
        <pc:spChg chg="add">
          <ac:chgData name="aziz dhifaoui" userId="a71dd549-9a7f-4b11-be81-ce6baa9925ee" providerId="ADAL" clId="{CEE57F83-6CD5-4134-B006-AA689D2D216F}" dt="2026-10-11T19:19:04.156" v="2142" actId="22"/>
          <ac:spMkLst>
            <pc:docMk/>
            <pc:sldMk cId="3465083458" sldId="429"/>
            <ac:spMk id="30" creationId="{65C4900C-B260-C5CD-A05C-778B128BD553}"/>
          </ac:spMkLst>
        </pc:spChg>
        <pc:spChg chg="del">
          <ac:chgData name="aziz dhifaoui" userId="a71dd549-9a7f-4b11-be81-ce6baa9925ee" providerId="ADAL" clId="{CEE57F83-6CD5-4134-B006-AA689D2D216F}" dt="2026-10-11T19:18:28.533" v="2137" actId="478"/>
          <ac:spMkLst>
            <pc:docMk/>
            <pc:sldMk cId="3465083458" sldId="429"/>
            <ac:spMk id="32" creationId="{EB0D307A-CC62-83E6-6930-F43A8C29634D}"/>
          </ac:spMkLst>
        </pc:spChg>
        <pc:spChg chg="add del">
          <ac:chgData name="aziz dhifaoui" userId="a71dd549-9a7f-4b11-be81-ce6baa9925ee" providerId="ADAL" clId="{CEE57F83-6CD5-4134-B006-AA689D2D216F}" dt="2026-10-11T19:18:28.533" v="2137" actId="478"/>
          <ac:spMkLst>
            <pc:docMk/>
            <pc:sldMk cId="3465083458" sldId="429"/>
            <ac:spMk id="36" creationId="{2CBC44BC-743E-1ECE-2C10-2024FEA9E751}"/>
          </ac:spMkLst>
        </pc:spChg>
        <pc:grpChg chg="mod">
          <ac:chgData name="aziz dhifaoui" userId="a71dd549-9a7f-4b11-be81-ce6baa9925ee" providerId="ADAL" clId="{CEE57F83-6CD5-4134-B006-AA689D2D216F}" dt="2026-10-10T17:15:26.984" v="281"/>
          <ac:grpSpMkLst>
            <pc:docMk/>
            <pc:sldMk cId="3465083458" sldId="429"/>
            <ac:grpSpMk id="15" creationId="{169B1A46-009C-FF8A-5FC3-4A3A21287114}"/>
          </ac:grpSpMkLst>
        </pc:grpChg>
        <pc:graphicFrameChg chg="mod">
          <ac:chgData name="aziz dhifaoui" userId="a71dd549-9a7f-4b11-be81-ce6baa9925ee" providerId="ADAL" clId="{CEE57F83-6CD5-4134-B006-AA689D2D216F}" dt="2026-10-10T17:06:56.601" v="279"/>
          <ac:graphicFrameMkLst>
            <pc:docMk/>
            <pc:sldMk cId="3465083458" sldId="429"/>
            <ac:graphicFrameMk id="4" creationId="{AEE15CB9-F096-8828-B336-8431BA35CB28}"/>
          </ac:graphicFrameMkLst>
        </pc:graphicFrameChg>
      </pc:sldChg>
      <pc:sldChg chg="addSp delSp modSp mod ord setBg">
        <pc:chgData name="aziz dhifaoui" userId="a71dd549-9a7f-4b11-be81-ce6baa9925ee" providerId="ADAL" clId="{CEE57F83-6CD5-4134-B006-AA689D2D216F}" dt="2026-10-11T18:38:12.461" v="1575"/>
        <pc:sldMkLst>
          <pc:docMk/>
          <pc:sldMk cId="486603115" sldId="430"/>
        </pc:sldMkLst>
        <pc:spChg chg="add del mod">
          <ac:chgData name="aziz dhifaoui" userId="a71dd549-9a7f-4b11-be81-ce6baa9925ee" providerId="ADAL" clId="{CEE57F83-6CD5-4134-B006-AA689D2D216F}" dt="2026-10-11T18:37:40.136" v="1572"/>
          <ac:spMkLst>
            <pc:docMk/>
            <pc:sldMk cId="486603115" sldId="430"/>
            <ac:spMk id="4" creationId="{9236418D-C6CC-05D1-BE95-EC666E519CCF}"/>
          </ac:spMkLst>
        </pc:spChg>
      </pc:sldChg>
      <pc:sldChg chg="add del setBg">
        <pc:chgData name="aziz dhifaoui" userId="a71dd549-9a7f-4b11-be81-ce6baa9925ee" providerId="ADAL" clId="{CEE57F83-6CD5-4134-B006-AA689D2D216F}" dt="2026-10-10T17:18:34.705" v="283"/>
        <pc:sldMkLst>
          <pc:docMk/>
          <pc:sldMk cId="2575299968" sldId="430"/>
        </pc:sldMkLst>
      </pc:sldChg>
      <pc:sldChg chg="addSp delSp modSp mod ord">
        <pc:chgData name="aziz dhifaoui" userId="a71dd549-9a7f-4b11-be81-ce6baa9925ee" providerId="ADAL" clId="{CEE57F83-6CD5-4134-B006-AA689D2D216F}" dt="2026-10-11T19:20:19.858" v="2152" actId="20577"/>
        <pc:sldMkLst>
          <pc:docMk/>
          <pc:sldMk cId="535585133" sldId="431"/>
        </pc:sldMkLst>
        <pc:spChg chg="mod">
          <ac:chgData name="aziz dhifaoui" userId="a71dd549-9a7f-4b11-be81-ce6baa9925ee" providerId="ADAL" clId="{CEE57F83-6CD5-4134-B006-AA689D2D216F}" dt="2026-10-11T10:22:06.301" v="316" actId="1036"/>
          <ac:spMkLst>
            <pc:docMk/>
            <pc:sldMk cId="535585133" sldId="431"/>
            <ac:spMk id="3" creationId="{CD9B7DD9-B130-F71B-3985-05E0745EC064}"/>
          </ac:spMkLst>
        </pc:spChg>
        <pc:spChg chg="add del">
          <ac:chgData name="aziz dhifaoui" userId="a71dd549-9a7f-4b11-be81-ce6baa9925ee" providerId="ADAL" clId="{CEE57F83-6CD5-4134-B006-AA689D2D216F}" dt="2026-10-11T14:20:40.059" v="324" actId="478"/>
          <ac:spMkLst>
            <pc:docMk/>
            <pc:sldMk cId="535585133" sldId="431"/>
            <ac:spMk id="4" creationId="{9D7E7B3E-9CDD-8602-BB74-698E4F021BA7}"/>
          </ac:spMkLst>
        </pc:spChg>
        <pc:spChg chg="mod">
          <ac:chgData name="aziz dhifaoui" userId="a71dd549-9a7f-4b11-be81-ce6baa9925ee" providerId="ADAL" clId="{CEE57F83-6CD5-4134-B006-AA689D2D216F}" dt="2026-10-11T10:22:09.118" v="318" actId="1035"/>
          <ac:spMkLst>
            <pc:docMk/>
            <pc:sldMk cId="535585133" sldId="431"/>
            <ac:spMk id="5" creationId="{51B191F6-A091-AFBF-656E-96B2C572C720}"/>
          </ac:spMkLst>
        </pc:spChg>
        <pc:spChg chg="add del mod">
          <ac:chgData name="aziz dhifaoui" userId="a71dd549-9a7f-4b11-be81-ce6baa9925ee" providerId="ADAL" clId="{CEE57F83-6CD5-4134-B006-AA689D2D216F}" dt="2026-10-11T14:20:42.114" v="326" actId="478"/>
          <ac:spMkLst>
            <pc:docMk/>
            <pc:sldMk cId="535585133" sldId="431"/>
            <ac:spMk id="7" creationId="{6F396658-EDA7-CD59-C796-2C2E1B21F4F2}"/>
          </ac:spMkLst>
        </pc:spChg>
        <pc:spChg chg="mod">
          <ac:chgData name="aziz dhifaoui" userId="a71dd549-9a7f-4b11-be81-ce6baa9925ee" providerId="ADAL" clId="{CEE57F83-6CD5-4134-B006-AA689D2D216F}" dt="2026-10-10T17:19:17.133" v="286"/>
          <ac:spMkLst>
            <pc:docMk/>
            <pc:sldMk cId="535585133" sldId="431"/>
            <ac:spMk id="8" creationId="{B689AD82-4784-500D-9212-A3CB637E4BCC}"/>
          </ac:spMkLst>
        </pc:spChg>
        <pc:spChg chg="mod">
          <ac:chgData name="aziz dhifaoui" userId="a71dd549-9a7f-4b11-be81-ce6baa9925ee" providerId="ADAL" clId="{CEE57F83-6CD5-4134-B006-AA689D2D216F}" dt="2026-10-11T19:20:02.156" v="2147" actId="14100"/>
          <ac:spMkLst>
            <pc:docMk/>
            <pc:sldMk cId="535585133" sldId="431"/>
            <ac:spMk id="10" creationId="{4764E323-128F-C594-B226-80387CF3EA60}"/>
          </ac:spMkLst>
        </pc:spChg>
        <pc:spChg chg="mod">
          <ac:chgData name="aziz dhifaoui" userId="a71dd549-9a7f-4b11-be81-ce6baa9925ee" providerId="ADAL" clId="{CEE57F83-6CD5-4134-B006-AA689D2D216F}" dt="2026-10-11T19:20:19.858" v="2152" actId="20577"/>
          <ac:spMkLst>
            <pc:docMk/>
            <pc:sldMk cId="535585133" sldId="431"/>
            <ac:spMk id="11" creationId="{59565C67-D089-E949-59BA-59CBB139EF6D}"/>
          </ac:spMkLst>
        </pc:spChg>
        <pc:spChg chg="add mod">
          <ac:chgData name="aziz dhifaoui" userId="a71dd549-9a7f-4b11-be81-ce6baa9925ee" providerId="ADAL" clId="{CEE57F83-6CD5-4134-B006-AA689D2D216F}" dt="2026-10-11T14:28:18.892" v="387" actId="1076"/>
          <ac:spMkLst>
            <pc:docMk/>
            <pc:sldMk cId="535585133" sldId="431"/>
            <ac:spMk id="12" creationId="{24A02E41-9602-E519-828B-CE681097E835}"/>
          </ac:spMkLst>
        </pc:spChg>
        <pc:grpChg chg="add mod">
          <ac:chgData name="aziz dhifaoui" userId="a71dd549-9a7f-4b11-be81-ce6baa9925ee" providerId="ADAL" clId="{CEE57F83-6CD5-4134-B006-AA689D2D216F}" dt="2026-10-11T14:25:04.446" v="380" actId="1076"/>
          <ac:grpSpMkLst>
            <pc:docMk/>
            <pc:sldMk cId="535585133" sldId="431"/>
            <ac:grpSpMk id="9" creationId="{37BCA90D-C978-D06D-19B9-3AEBB2DA0849}"/>
          </ac:grpSpMkLst>
        </pc:grpChg>
        <pc:picChg chg="add mod modCrop">
          <ac:chgData name="aziz dhifaoui" userId="a71dd549-9a7f-4b11-be81-ce6baa9925ee" providerId="ADAL" clId="{CEE57F83-6CD5-4134-B006-AA689D2D216F}" dt="2026-10-11T14:24:36.850" v="375" actId="1076"/>
          <ac:picMkLst>
            <pc:docMk/>
            <pc:sldMk cId="535585133" sldId="431"/>
            <ac:picMk id="14" creationId="{5EF118BA-B931-ED67-F392-5831181D15D8}"/>
          </ac:picMkLst>
        </pc:picChg>
      </pc:sldChg>
      <pc:sldChg chg="addSp modSp add mod">
        <pc:chgData name="aziz dhifaoui" userId="a71dd549-9a7f-4b11-be81-ce6baa9925ee" providerId="ADAL" clId="{CEE57F83-6CD5-4134-B006-AA689D2D216F}" dt="2026-10-11T16:53:44.703" v="425" actId="14100"/>
        <pc:sldMkLst>
          <pc:docMk/>
          <pc:sldMk cId="3450956784" sldId="432"/>
        </pc:sldMkLst>
        <pc:spChg chg="add mod">
          <ac:chgData name="aziz dhifaoui" userId="a71dd549-9a7f-4b11-be81-ce6baa9925ee" providerId="ADAL" clId="{CEE57F83-6CD5-4134-B006-AA689D2D216F}" dt="2026-10-11T16:49:28.363" v="394" actId="1076"/>
          <ac:spMkLst>
            <pc:docMk/>
            <pc:sldMk cId="3450956784" sldId="432"/>
            <ac:spMk id="4" creationId="{087F0EF6-CC1C-AC52-422D-2C5905A0013E}"/>
          </ac:spMkLst>
        </pc:spChg>
        <pc:spChg chg="add mod">
          <ac:chgData name="aziz dhifaoui" userId="a71dd549-9a7f-4b11-be81-ce6baa9925ee" providerId="ADAL" clId="{CEE57F83-6CD5-4134-B006-AA689D2D216F}" dt="2026-10-11T16:51:03.855" v="403" actId="113"/>
          <ac:spMkLst>
            <pc:docMk/>
            <pc:sldMk cId="3450956784" sldId="432"/>
            <ac:spMk id="7" creationId="{89E6F05D-96EF-1BB8-8CF3-11C4E6260906}"/>
          </ac:spMkLst>
        </pc:spChg>
        <pc:spChg chg="mod">
          <ac:chgData name="aziz dhifaoui" userId="a71dd549-9a7f-4b11-be81-ce6baa9925ee" providerId="ADAL" clId="{CEE57F83-6CD5-4134-B006-AA689D2D216F}" dt="2026-10-11T16:53:44.703" v="425" actId="14100"/>
          <ac:spMkLst>
            <pc:docMk/>
            <pc:sldMk cId="3450956784" sldId="432"/>
            <ac:spMk id="10" creationId="{0447D8BF-F66C-7094-A15C-A4EF1C66AE53}"/>
          </ac:spMkLst>
        </pc:spChg>
        <pc:spChg chg="mod">
          <ac:chgData name="aziz dhifaoui" userId="a71dd549-9a7f-4b11-be81-ce6baa9925ee" providerId="ADAL" clId="{CEE57F83-6CD5-4134-B006-AA689D2D216F}" dt="2026-10-11T16:53:33.276" v="423"/>
          <ac:spMkLst>
            <pc:docMk/>
            <pc:sldMk cId="3450956784" sldId="432"/>
            <ac:spMk id="11" creationId="{24CADAFD-AA19-8CFA-6C22-24162F26F783}"/>
          </ac:spMkLst>
        </pc:spChg>
        <pc:grpChg chg="add mod">
          <ac:chgData name="aziz dhifaoui" userId="a71dd549-9a7f-4b11-be81-ce6baa9925ee" providerId="ADAL" clId="{CEE57F83-6CD5-4134-B006-AA689D2D216F}" dt="2026-10-11T16:53:33.264" v="422"/>
          <ac:grpSpMkLst>
            <pc:docMk/>
            <pc:sldMk cId="3450956784" sldId="432"/>
            <ac:grpSpMk id="9" creationId="{94C8E0CD-2460-4558-D793-AEBB034E0899}"/>
          </ac:grpSpMkLst>
        </pc:grpChg>
        <pc:picChg chg="add mod modCrop">
          <ac:chgData name="aziz dhifaoui" userId="a71dd549-9a7f-4b11-be81-ce6baa9925ee" providerId="ADAL" clId="{CEE57F83-6CD5-4134-B006-AA689D2D216F}" dt="2026-10-11T16:52:59.347" v="419" actId="1076"/>
          <ac:picMkLst>
            <pc:docMk/>
            <pc:sldMk cId="3450956784" sldId="432"/>
            <ac:picMk id="6" creationId="{3656C591-6767-3F7A-CB9D-A0B355C168D3}"/>
          </ac:picMkLst>
        </pc:picChg>
      </pc:sldChg>
      <pc:sldChg chg="addSp delSp modSp add mod">
        <pc:chgData name="aziz dhifaoui" userId="a71dd549-9a7f-4b11-be81-ce6baa9925ee" providerId="ADAL" clId="{CEE57F83-6CD5-4134-B006-AA689D2D216F}" dt="2026-10-11T17:11:29.601" v="568" actId="1036"/>
        <pc:sldMkLst>
          <pc:docMk/>
          <pc:sldMk cId="938871622" sldId="433"/>
        </pc:sldMkLst>
        <pc:spChg chg="add mod">
          <ac:chgData name="aziz dhifaoui" userId="a71dd549-9a7f-4b11-be81-ce6baa9925ee" providerId="ADAL" clId="{CEE57F83-6CD5-4134-B006-AA689D2D216F}" dt="2026-10-11T17:00:06.989" v="446" actId="1076"/>
          <ac:spMkLst>
            <pc:docMk/>
            <pc:sldMk cId="938871622" sldId="433"/>
            <ac:spMk id="2" creationId="{1B412847-7E22-FBC4-3E63-9171AF89C212}"/>
          </ac:spMkLst>
        </pc:spChg>
        <pc:spChg chg="add mod">
          <ac:chgData name="aziz dhifaoui" userId="a71dd549-9a7f-4b11-be81-ce6baa9925ee" providerId="ADAL" clId="{CEE57F83-6CD5-4134-B006-AA689D2D216F}" dt="2026-10-11T17:00:29.027" v="450" actId="113"/>
          <ac:spMkLst>
            <pc:docMk/>
            <pc:sldMk cId="938871622" sldId="433"/>
            <ac:spMk id="4" creationId="{809C0516-3C34-B68A-9666-01F54169E199}"/>
          </ac:spMkLst>
        </pc:spChg>
        <pc:spChg chg="mod">
          <ac:chgData name="aziz dhifaoui" userId="a71dd549-9a7f-4b11-be81-ce6baa9925ee" providerId="ADAL" clId="{CEE57F83-6CD5-4134-B006-AA689D2D216F}" dt="2026-10-11T16:58:55.247" v="442"/>
          <ac:spMkLst>
            <pc:docMk/>
            <pc:sldMk cId="938871622" sldId="433"/>
            <ac:spMk id="9" creationId="{1B002FB6-BC2F-2C06-D1F3-22DB70FBD334}"/>
          </ac:spMkLst>
        </pc:spChg>
        <pc:spChg chg="mod">
          <ac:chgData name="aziz dhifaoui" userId="a71dd549-9a7f-4b11-be81-ce6baa9925ee" providerId="ADAL" clId="{CEE57F83-6CD5-4134-B006-AA689D2D216F}" dt="2026-10-11T16:58:55.247" v="442"/>
          <ac:spMkLst>
            <pc:docMk/>
            <pc:sldMk cId="938871622" sldId="433"/>
            <ac:spMk id="10" creationId="{1B5DC20C-91DD-8C03-AC54-60C8B0C692D5}"/>
          </ac:spMkLst>
        </pc:spChg>
        <pc:spChg chg="mod">
          <ac:chgData name="aziz dhifaoui" userId="a71dd549-9a7f-4b11-be81-ce6baa9925ee" providerId="ADAL" clId="{CEE57F83-6CD5-4134-B006-AA689D2D216F}" dt="2026-10-11T17:09:39.621" v="535"/>
          <ac:spMkLst>
            <pc:docMk/>
            <pc:sldMk cId="938871622" sldId="433"/>
            <ac:spMk id="14" creationId="{5318F262-EDB2-4C56-0203-A6219AE79E14}"/>
          </ac:spMkLst>
        </pc:spChg>
        <pc:spChg chg="mod">
          <ac:chgData name="aziz dhifaoui" userId="a71dd549-9a7f-4b11-be81-ce6baa9925ee" providerId="ADAL" clId="{CEE57F83-6CD5-4134-B006-AA689D2D216F}" dt="2026-10-11T17:09:39.621" v="535"/>
          <ac:spMkLst>
            <pc:docMk/>
            <pc:sldMk cId="938871622" sldId="433"/>
            <ac:spMk id="15" creationId="{51CDB58B-600E-A4A7-67B1-014EEB25FBCF}"/>
          </ac:spMkLst>
        </pc:spChg>
        <pc:spChg chg="mod">
          <ac:chgData name="aziz dhifaoui" userId="a71dd549-9a7f-4b11-be81-ce6baa9925ee" providerId="ADAL" clId="{CEE57F83-6CD5-4134-B006-AA689D2D216F}" dt="2026-10-11T17:09:39.621" v="535"/>
          <ac:spMkLst>
            <pc:docMk/>
            <pc:sldMk cId="938871622" sldId="433"/>
            <ac:spMk id="16" creationId="{C0D62A3F-17D7-169D-A70F-A839BD95C677}"/>
          </ac:spMkLst>
        </pc:spChg>
        <pc:spChg chg="mod">
          <ac:chgData name="aziz dhifaoui" userId="a71dd549-9a7f-4b11-be81-ce6baa9925ee" providerId="ADAL" clId="{CEE57F83-6CD5-4134-B006-AA689D2D216F}" dt="2026-10-11T17:09:39.621" v="535"/>
          <ac:spMkLst>
            <pc:docMk/>
            <pc:sldMk cId="938871622" sldId="433"/>
            <ac:spMk id="17" creationId="{AE9793A7-28BB-2CC6-AF0E-8C3CA13D1AC2}"/>
          </ac:spMkLst>
        </pc:spChg>
        <pc:spChg chg="mod">
          <ac:chgData name="aziz dhifaoui" userId="a71dd549-9a7f-4b11-be81-ce6baa9925ee" providerId="ADAL" clId="{CEE57F83-6CD5-4134-B006-AA689D2D216F}" dt="2026-10-11T17:09:39.621" v="535"/>
          <ac:spMkLst>
            <pc:docMk/>
            <pc:sldMk cId="938871622" sldId="433"/>
            <ac:spMk id="18" creationId="{ABAC4C98-3D25-14DB-7361-97409D5508C0}"/>
          </ac:spMkLst>
        </pc:spChg>
        <pc:spChg chg="mod">
          <ac:chgData name="aziz dhifaoui" userId="a71dd549-9a7f-4b11-be81-ce6baa9925ee" providerId="ADAL" clId="{CEE57F83-6CD5-4134-B006-AA689D2D216F}" dt="2026-10-11T17:09:39.621" v="535"/>
          <ac:spMkLst>
            <pc:docMk/>
            <pc:sldMk cId="938871622" sldId="433"/>
            <ac:spMk id="19" creationId="{4194AD46-5D5A-2F4C-BD19-EEDDA040372B}"/>
          </ac:spMkLst>
        </pc:spChg>
        <pc:spChg chg="mod">
          <ac:chgData name="aziz dhifaoui" userId="a71dd549-9a7f-4b11-be81-ce6baa9925ee" providerId="ADAL" clId="{CEE57F83-6CD5-4134-B006-AA689D2D216F}" dt="2026-10-11T17:05:54.716" v="467" actId="1076"/>
          <ac:spMkLst>
            <pc:docMk/>
            <pc:sldMk cId="938871622" sldId="433"/>
            <ac:spMk id="21" creationId="{D1563BB6-7A23-E27D-31E6-A5416EDC7011}"/>
          </ac:spMkLst>
        </pc:spChg>
        <pc:spChg chg="mod">
          <ac:chgData name="aziz dhifaoui" userId="a71dd549-9a7f-4b11-be81-ce6baa9925ee" providerId="ADAL" clId="{CEE57F83-6CD5-4134-B006-AA689D2D216F}" dt="2026-10-11T17:05:48.711" v="464"/>
          <ac:spMkLst>
            <pc:docMk/>
            <pc:sldMk cId="938871622" sldId="433"/>
            <ac:spMk id="22" creationId="{36B9F3E4-9DDC-9D38-0EE2-A82BE666F41B}"/>
          </ac:spMkLst>
        </pc:spChg>
        <pc:spChg chg="mod">
          <ac:chgData name="aziz dhifaoui" userId="a71dd549-9a7f-4b11-be81-ce6baa9925ee" providerId="ADAL" clId="{CEE57F83-6CD5-4134-B006-AA689D2D216F}" dt="2026-10-11T17:05:48.711" v="464"/>
          <ac:spMkLst>
            <pc:docMk/>
            <pc:sldMk cId="938871622" sldId="433"/>
            <ac:spMk id="23" creationId="{70A2DE7C-ACE7-BEBE-5376-12F2661A2EA2}"/>
          </ac:spMkLst>
        </pc:spChg>
        <pc:spChg chg="mod">
          <ac:chgData name="aziz dhifaoui" userId="a71dd549-9a7f-4b11-be81-ce6baa9925ee" providerId="ADAL" clId="{CEE57F83-6CD5-4134-B006-AA689D2D216F}" dt="2026-10-11T17:05:48.711" v="464"/>
          <ac:spMkLst>
            <pc:docMk/>
            <pc:sldMk cId="938871622" sldId="433"/>
            <ac:spMk id="24" creationId="{23A90845-B1C1-3B53-FBFF-398D794DC043}"/>
          </ac:spMkLst>
        </pc:spChg>
        <pc:spChg chg="mod">
          <ac:chgData name="aziz dhifaoui" userId="a71dd549-9a7f-4b11-be81-ce6baa9925ee" providerId="ADAL" clId="{CEE57F83-6CD5-4134-B006-AA689D2D216F}" dt="2026-10-11T17:05:48.711" v="464"/>
          <ac:spMkLst>
            <pc:docMk/>
            <pc:sldMk cId="938871622" sldId="433"/>
            <ac:spMk id="25" creationId="{6746C715-4E1C-BA6B-83C9-0E409801F8D8}"/>
          </ac:spMkLst>
        </pc:spChg>
        <pc:spChg chg="mod">
          <ac:chgData name="aziz dhifaoui" userId="a71dd549-9a7f-4b11-be81-ce6baa9925ee" providerId="ADAL" clId="{CEE57F83-6CD5-4134-B006-AA689D2D216F}" dt="2026-10-11T17:05:48.711" v="464"/>
          <ac:spMkLst>
            <pc:docMk/>
            <pc:sldMk cId="938871622" sldId="433"/>
            <ac:spMk id="26" creationId="{9AE98683-B4D3-BC25-0F3B-75F9F01CE8C5}"/>
          </ac:spMkLst>
        </pc:spChg>
        <pc:spChg chg="mod">
          <ac:chgData name="aziz dhifaoui" userId="a71dd549-9a7f-4b11-be81-ce6baa9925ee" providerId="ADAL" clId="{CEE57F83-6CD5-4134-B006-AA689D2D216F}" dt="2026-10-11T17:09:06.279" v="526"/>
          <ac:spMkLst>
            <pc:docMk/>
            <pc:sldMk cId="938871622" sldId="433"/>
            <ac:spMk id="28" creationId="{9F01E926-BFDB-7021-BCEE-13CD2006101E}"/>
          </ac:spMkLst>
        </pc:spChg>
        <pc:spChg chg="add del mod">
          <ac:chgData name="aziz dhifaoui" userId="a71dd549-9a7f-4b11-be81-ce6baa9925ee" providerId="ADAL" clId="{CEE57F83-6CD5-4134-B006-AA689D2D216F}" dt="2026-10-11T17:09:33.149" v="533" actId="478"/>
          <ac:spMkLst>
            <pc:docMk/>
            <pc:sldMk cId="938871622" sldId="433"/>
            <ac:spMk id="29" creationId="{4BF07B93-D21F-7CC3-32D8-878F278ECAF7}"/>
          </ac:spMkLst>
        </pc:spChg>
        <pc:spChg chg="mod">
          <ac:chgData name="aziz dhifaoui" userId="a71dd549-9a7f-4b11-be81-ce6baa9925ee" providerId="ADAL" clId="{CEE57F83-6CD5-4134-B006-AA689D2D216F}" dt="2026-10-11T17:09:06.279" v="526"/>
          <ac:spMkLst>
            <pc:docMk/>
            <pc:sldMk cId="938871622" sldId="433"/>
            <ac:spMk id="30" creationId="{F63341E9-F19C-8EA7-562A-E3AFE502EABE}"/>
          </ac:spMkLst>
        </pc:spChg>
        <pc:spChg chg="mod">
          <ac:chgData name="aziz dhifaoui" userId="a71dd549-9a7f-4b11-be81-ce6baa9925ee" providerId="ADAL" clId="{CEE57F83-6CD5-4134-B006-AA689D2D216F}" dt="2026-10-11T17:09:06.279" v="526"/>
          <ac:spMkLst>
            <pc:docMk/>
            <pc:sldMk cId="938871622" sldId="433"/>
            <ac:spMk id="31" creationId="{6390A9A0-A3A6-CB7E-E4C6-5F1D9E4FA258}"/>
          </ac:spMkLst>
        </pc:spChg>
        <pc:spChg chg="mod">
          <ac:chgData name="aziz dhifaoui" userId="a71dd549-9a7f-4b11-be81-ce6baa9925ee" providerId="ADAL" clId="{CEE57F83-6CD5-4134-B006-AA689D2D216F}" dt="2026-10-11T17:09:06.279" v="526"/>
          <ac:spMkLst>
            <pc:docMk/>
            <pc:sldMk cId="938871622" sldId="433"/>
            <ac:spMk id="33" creationId="{047C4E86-1BE2-741F-A33B-0AF59C7F84D0}"/>
          </ac:spMkLst>
        </pc:spChg>
        <pc:spChg chg="mod">
          <ac:chgData name="aziz dhifaoui" userId="a71dd549-9a7f-4b11-be81-ce6baa9925ee" providerId="ADAL" clId="{CEE57F83-6CD5-4134-B006-AA689D2D216F}" dt="2026-10-11T17:09:06.279" v="526"/>
          <ac:spMkLst>
            <pc:docMk/>
            <pc:sldMk cId="938871622" sldId="433"/>
            <ac:spMk id="34" creationId="{1662E056-7ED6-D924-8B9D-4AC75DA84085}"/>
          </ac:spMkLst>
        </pc:spChg>
        <pc:spChg chg="add del">
          <ac:chgData name="aziz dhifaoui" userId="a71dd549-9a7f-4b11-be81-ce6baa9925ee" providerId="ADAL" clId="{CEE57F83-6CD5-4134-B006-AA689D2D216F}" dt="2026-10-11T17:09:43.432" v="537" actId="478"/>
          <ac:spMkLst>
            <pc:docMk/>
            <pc:sldMk cId="938871622" sldId="433"/>
            <ac:spMk id="37" creationId="{999AF96C-9D9A-18D5-EDDA-15CCE5E2BFB2}"/>
          </ac:spMkLst>
        </pc:spChg>
        <pc:spChg chg="add mod">
          <ac:chgData name="aziz dhifaoui" userId="a71dd549-9a7f-4b11-be81-ce6baa9925ee" providerId="ADAL" clId="{CEE57F83-6CD5-4134-B006-AA689D2D216F}" dt="2026-10-11T17:10:37.882" v="548" actId="1076"/>
          <ac:spMkLst>
            <pc:docMk/>
            <pc:sldMk cId="938871622" sldId="433"/>
            <ac:spMk id="39" creationId="{A51A06B5-72ED-E7D2-C9ED-9EBB7EBEAA4B}"/>
          </ac:spMkLst>
        </pc:spChg>
        <pc:spChg chg="add mod">
          <ac:chgData name="aziz dhifaoui" userId="a71dd549-9a7f-4b11-be81-ce6baa9925ee" providerId="ADAL" clId="{CEE57F83-6CD5-4134-B006-AA689D2D216F}" dt="2026-10-11T17:11:03.451" v="559" actId="1038"/>
          <ac:spMkLst>
            <pc:docMk/>
            <pc:sldMk cId="938871622" sldId="433"/>
            <ac:spMk id="40" creationId="{7120BD63-1A62-5D74-2498-3F115403B609}"/>
          </ac:spMkLst>
        </pc:spChg>
        <pc:spChg chg="add mod">
          <ac:chgData name="aziz dhifaoui" userId="a71dd549-9a7f-4b11-be81-ce6baa9925ee" providerId="ADAL" clId="{CEE57F83-6CD5-4134-B006-AA689D2D216F}" dt="2026-10-11T17:11:21.488" v="565" actId="14100"/>
          <ac:spMkLst>
            <pc:docMk/>
            <pc:sldMk cId="938871622" sldId="433"/>
            <ac:spMk id="42" creationId="{CDD8C632-D6D5-EC40-893D-2B96D06C8947}"/>
          </ac:spMkLst>
        </pc:spChg>
        <pc:grpChg chg="add del mod">
          <ac:chgData name="aziz dhifaoui" userId="a71dd549-9a7f-4b11-be81-ce6baa9925ee" providerId="ADAL" clId="{CEE57F83-6CD5-4134-B006-AA689D2D216F}" dt="2026-10-11T17:00:48.346" v="454" actId="478"/>
          <ac:grpSpMkLst>
            <pc:docMk/>
            <pc:sldMk cId="938871622" sldId="433"/>
            <ac:grpSpMk id="7" creationId="{3AAD5467-BE38-4382-D2B8-2A4146C71C05}"/>
          </ac:grpSpMkLst>
        </pc:grpChg>
        <pc:grpChg chg="add del mod">
          <ac:chgData name="aziz dhifaoui" userId="a71dd549-9a7f-4b11-be81-ce6baa9925ee" providerId="ADAL" clId="{CEE57F83-6CD5-4134-B006-AA689D2D216F}" dt="2026-10-11T17:09:39.621" v="535"/>
          <ac:grpSpMkLst>
            <pc:docMk/>
            <pc:sldMk cId="938871622" sldId="433"/>
            <ac:grpSpMk id="13" creationId="{A3096CC3-8F3B-C8B5-1129-694C9E1676DE}"/>
          </ac:grpSpMkLst>
        </pc:grpChg>
        <pc:grpChg chg="del">
          <ac:chgData name="aziz dhifaoui" userId="a71dd549-9a7f-4b11-be81-ce6baa9925ee" providerId="ADAL" clId="{CEE57F83-6CD5-4134-B006-AA689D2D216F}" dt="2026-10-11T17:05:58.782" v="469" actId="478"/>
          <ac:grpSpMkLst>
            <pc:docMk/>
            <pc:sldMk cId="938871622" sldId="433"/>
            <ac:grpSpMk id="20" creationId="{3324930C-A843-2BF2-06E1-B57E6E2738D9}"/>
          </ac:grpSpMkLst>
        </pc:grpChg>
        <pc:grpChg chg="add mod">
          <ac:chgData name="aziz dhifaoui" userId="a71dd549-9a7f-4b11-be81-ce6baa9925ee" providerId="ADAL" clId="{CEE57F83-6CD5-4134-B006-AA689D2D216F}" dt="2026-10-11T17:11:29.601" v="568" actId="1036"/>
          <ac:grpSpMkLst>
            <pc:docMk/>
            <pc:sldMk cId="938871622" sldId="433"/>
            <ac:grpSpMk id="27" creationId="{D287834E-89BC-99CB-7614-FA65D6F42C35}"/>
          </ac:grpSpMkLst>
        </pc:grpChg>
        <pc:picChg chg="add del mod">
          <ac:chgData name="aziz dhifaoui" userId="a71dd549-9a7f-4b11-be81-ce6baa9925ee" providerId="ADAL" clId="{CEE57F83-6CD5-4134-B006-AA689D2D216F}" dt="2026-10-11T17:00:46.484" v="453" actId="478"/>
          <ac:picMkLst>
            <pc:docMk/>
            <pc:sldMk cId="938871622" sldId="433"/>
            <ac:picMk id="6" creationId="{584B390E-4E21-51ED-C37E-F13A70546E21}"/>
          </ac:picMkLst>
        </pc:picChg>
        <pc:picChg chg="add mod modCrop">
          <ac:chgData name="aziz dhifaoui" userId="a71dd549-9a7f-4b11-be81-ce6baa9925ee" providerId="ADAL" clId="{CEE57F83-6CD5-4134-B006-AA689D2D216F}" dt="2026-10-11T17:08:12.899" v="514" actId="1035"/>
          <ac:picMkLst>
            <pc:docMk/>
            <pc:sldMk cId="938871622" sldId="433"/>
            <ac:picMk id="12" creationId="{9DD250EC-2938-13EC-9A0D-4CD65E950A1E}"/>
          </ac:picMkLst>
        </pc:picChg>
      </pc:sldChg>
      <pc:sldChg chg="addSp delSp modSp add mod ord">
        <pc:chgData name="aziz dhifaoui" userId="a71dd549-9a7f-4b11-be81-ce6baa9925ee" providerId="ADAL" clId="{CEE57F83-6CD5-4134-B006-AA689D2D216F}" dt="2026-10-11T17:23:09.234" v="636" actId="20577"/>
        <pc:sldMkLst>
          <pc:docMk/>
          <pc:sldMk cId="3630650648" sldId="434"/>
        </pc:sldMkLst>
        <pc:spChg chg="mod">
          <ac:chgData name="aziz dhifaoui" userId="a71dd549-9a7f-4b11-be81-ce6baa9925ee" providerId="ADAL" clId="{CEE57F83-6CD5-4134-B006-AA689D2D216F}" dt="2026-10-11T17:15:29.417" v="582" actId="1037"/>
          <ac:spMkLst>
            <pc:docMk/>
            <pc:sldMk cId="3630650648" sldId="434"/>
            <ac:spMk id="3" creationId="{E8670861-ACD6-301E-852D-5E7FB745A564}"/>
          </ac:spMkLst>
        </pc:spChg>
        <pc:spChg chg="mod">
          <ac:chgData name="aziz dhifaoui" userId="a71dd549-9a7f-4b11-be81-ce6baa9925ee" providerId="ADAL" clId="{CEE57F83-6CD5-4134-B006-AA689D2D216F}" dt="2026-10-11T17:15:23.417" v="581" actId="207"/>
          <ac:spMkLst>
            <pc:docMk/>
            <pc:sldMk cId="3630650648" sldId="434"/>
            <ac:spMk id="8" creationId="{5FB44797-EAD2-DFB8-D8F4-7B716422C801}"/>
          </ac:spMkLst>
        </pc:spChg>
        <pc:spChg chg="mod">
          <ac:chgData name="aziz dhifaoui" userId="a71dd549-9a7f-4b11-be81-ce6baa9925ee" providerId="ADAL" clId="{CEE57F83-6CD5-4134-B006-AA689D2D216F}" dt="2026-10-11T17:18:56.919" v="604"/>
          <ac:spMkLst>
            <pc:docMk/>
            <pc:sldMk cId="3630650648" sldId="434"/>
            <ac:spMk id="10" creationId="{DD18BBF1-2302-3A46-37FC-637F7D48CFE3}"/>
          </ac:spMkLst>
        </pc:spChg>
        <pc:spChg chg="mod">
          <ac:chgData name="aziz dhifaoui" userId="a71dd549-9a7f-4b11-be81-ce6baa9925ee" providerId="ADAL" clId="{CEE57F83-6CD5-4134-B006-AA689D2D216F}" dt="2026-10-11T17:23:09.234" v="636" actId="20577"/>
          <ac:spMkLst>
            <pc:docMk/>
            <pc:sldMk cId="3630650648" sldId="434"/>
            <ac:spMk id="11" creationId="{AB4F98C5-B949-B46B-777C-BBA5B7C8C804}"/>
          </ac:spMkLst>
        </pc:spChg>
        <pc:spChg chg="mod">
          <ac:chgData name="aziz dhifaoui" userId="a71dd549-9a7f-4b11-be81-ce6baa9925ee" providerId="ADAL" clId="{CEE57F83-6CD5-4134-B006-AA689D2D216F}" dt="2026-10-11T17:22:05.337" v="629" actId="1038"/>
          <ac:spMkLst>
            <pc:docMk/>
            <pc:sldMk cId="3630650648" sldId="434"/>
            <ac:spMk id="12" creationId="{79AC0994-A64A-F9F7-EF76-63C1C9C724F2}"/>
          </ac:spMkLst>
        </pc:spChg>
        <pc:grpChg chg="mod">
          <ac:chgData name="aziz dhifaoui" userId="a71dd549-9a7f-4b11-be81-ce6baa9925ee" providerId="ADAL" clId="{CEE57F83-6CD5-4134-B006-AA689D2D216F}" dt="2026-10-11T17:22:35.936" v="631" actId="14100"/>
          <ac:grpSpMkLst>
            <pc:docMk/>
            <pc:sldMk cId="3630650648" sldId="434"/>
            <ac:grpSpMk id="9" creationId="{947FF31E-F644-2466-F2A2-18B8A38BC34D}"/>
          </ac:grpSpMkLst>
        </pc:grpChg>
        <pc:picChg chg="add mod modCrop">
          <ac:chgData name="aziz dhifaoui" userId="a71dd549-9a7f-4b11-be81-ce6baa9925ee" providerId="ADAL" clId="{CEE57F83-6CD5-4134-B006-AA689D2D216F}" dt="2026-10-11T17:18:19.883" v="602" actId="1076"/>
          <ac:picMkLst>
            <pc:docMk/>
            <pc:sldMk cId="3630650648" sldId="434"/>
            <ac:picMk id="4" creationId="{3DAB6741-A7CD-9E85-462E-B4D42E708947}"/>
          </ac:picMkLst>
        </pc:picChg>
        <pc:picChg chg="del mod">
          <ac:chgData name="aziz dhifaoui" userId="a71dd549-9a7f-4b11-be81-ce6baa9925ee" providerId="ADAL" clId="{CEE57F83-6CD5-4134-B006-AA689D2D216F}" dt="2026-10-11T17:17:26.943" v="592" actId="478"/>
          <ac:picMkLst>
            <pc:docMk/>
            <pc:sldMk cId="3630650648" sldId="434"/>
            <ac:picMk id="14" creationId="{1031FBBF-7DFF-FFF6-824D-3DDB4CCD7582}"/>
          </ac:picMkLst>
        </pc:picChg>
      </pc:sldChg>
      <pc:sldChg chg="addSp delSp modSp add mod">
        <pc:chgData name="aziz dhifaoui" userId="a71dd549-9a7f-4b11-be81-ce6baa9925ee" providerId="ADAL" clId="{CEE57F83-6CD5-4134-B006-AA689D2D216F}" dt="2026-10-11T17:37:34.258" v="700" actId="1076"/>
        <pc:sldMkLst>
          <pc:docMk/>
          <pc:sldMk cId="602105087" sldId="435"/>
        </pc:sldMkLst>
        <pc:spChg chg="add mod">
          <ac:chgData name="aziz dhifaoui" userId="a71dd549-9a7f-4b11-be81-ce6baa9925ee" providerId="ADAL" clId="{CEE57F83-6CD5-4134-B006-AA689D2D216F}" dt="2026-10-11T17:25:26.075" v="649" actId="1076"/>
          <ac:spMkLst>
            <pc:docMk/>
            <pc:sldMk cId="602105087" sldId="435"/>
            <ac:spMk id="2" creationId="{DDA19E5D-01D0-5D9E-7F0B-FF61C9CFA939}"/>
          </ac:spMkLst>
        </pc:spChg>
        <pc:spChg chg="add mod">
          <ac:chgData name="aziz dhifaoui" userId="a71dd549-9a7f-4b11-be81-ce6baa9925ee" providerId="ADAL" clId="{CEE57F83-6CD5-4134-B006-AA689D2D216F}" dt="2026-10-11T17:27:52.241" v="687" actId="113"/>
          <ac:spMkLst>
            <pc:docMk/>
            <pc:sldMk cId="602105087" sldId="435"/>
            <ac:spMk id="6" creationId="{21FB3F4E-9819-15C8-A2D7-560061B5B5BA}"/>
          </ac:spMkLst>
        </pc:spChg>
        <pc:spChg chg="del">
          <ac:chgData name="aziz dhifaoui" userId="a71dd549-9a7f-4b11-be81-ce6baa9925ee" providerId="ADAL" clId="{CEE57F83-6CD5-4134-B006-AA689D2D216F}" dt="2026-10-11T17:24:47.540" v="642" actId="478"/>
          <ac:spMkLst>
            <pc:docMk/>
            <pc:sldMk cId="602105087" sldId="435"/>
            <ac:spMk id="12" creationId="{49480697-6809-4CCB-D9F7-8C2A291A7787}"/>
          </ac:spMkLst>
        </pc:spChg>
        <pc:spChg chg="mod">
          <ac:chgData name="aziz dhifaoui" userId="a71dd549-9a7f-4b11-be81-ce6baa9925ee" providerId="ADAL" clId="{CEE57F83-6CD5-4134-B006-AA689D2D216F}" dt="2026-10-11T17:26:44.796" v="663"/>
          <ac:spMkLst>
            <pc:docMk/>
            <pc:sldMk cId="602105087" sldId="435"/>
            <ac:spMk id="14" creationId="{308E6CC0-2DEB-8753-8C30-45B9A1F4CE21}"/>
          </ac:spMkLst>
        </pc:spChg>
        <pc:spChg chg="mod">
          <ac:chgData name="aziz dhifaoui" userId="a71dd549-9a7f-4b11-be81-ce6baa9925ee" providerId="ADAL" clId="{CEE57F83-6CD5-4134-B006-AA689D2D216F}" dt="2026-10-11T17:26:44.805" v="664"/>
          <ac:spMkLst>
            <pc:docMk/>
            <pc:sldMk cId="602105087" sldId="435"/>
            <ac:spMk id="15" creationId="{5B7BCE32-F4A5-5DD4-3F04-D5C5831AADC0}"/>
          </ac:spMkLst>
        </pc:spChg>
        <pc:grpChg chg="del">
          <ac:chgData name="aziz dhifaoui" userId="a71dd549-9a7f-4b11-be81-ce6baa9925ee" providerId="ADAL" clId="{CEE57F83-6CD5-4134-B006-AA689D2D216F}" dt="2026-10-11T17:24:49.725" v="644" actId="478"/>
          <ac:grpSpMkLst>
            <pc:docMk/>
            <pc:sldMk cId="602105087" sldId="435"/>
            <ac:grpSpMk id="9" creationId="{BEEC9952-1EAA-19C8-370E-60248D9B58FF}"/>
          </ac:grpSpMkLst>
        </pc:grpChg>
        <pc:grpChg chg="add mod">
          <ac:chgData name="aziz dhifaoui" userId="a71dd549-9a7f-4b11-be81-ce6baa9925ee" providerId="ADAL" clId="{CEE57F83-6CD5-4134-B006-AA689D2D216F}" dt="2026-10-11T17:26:55.454" v="671" actId="1036"/>
          <ac:grpSpMkLst>
            <pc:docMk/>
            <pc:sldMk cId="602105087" sldId="435"/>
            <ac:grpSpMk id="13" creationId="{0D63D015-F633-8B96-C803-5CCF26F2C450}"/>
          </ac:grpSpMkLst>
        </pc:grpChg>
        <pc:picChg chg="del">
          <ac:chgData name="aziz dhifaoui" userId="a71dd549-9a7f-4b11-be81-ce6baa9925ee" providerId="ADAL" clId="{CEE57F83-6CD5-4134-B006-AA689D2D216F}" dt="2026-10-11T17:24:48.369" v="643" actId="478"/>
          <ac:picMkLst>
            <pc:docMk/>
            <pc:sldMk cId="602105087" sldId="435"/>
            <ac:picMk id="4" creationId="{10171754-3887-097F-69EB-A6C9E885CFA1}"/>
          </ac:picMkLst>
        </pc:picChg>
        <pc:picChg chg="add del mod">
          <ac:chgData name="aziz dhifaoui" userId="a71dd549-9a7f-4b11-be81-ce6baa9925ee" providerId="ADAL" clId="{CEE57F83-6CD5-4134-B006-AA689D2D216F}" dt="2026-10-11T17:25:28.978" v="650" actId="478"/>
          <ac:picMkLst>
            <pc:docMk/>
            <pc:sldMk cId="602105087" sldId="435"/>
            <ac:picMk id="7" creationId="{7C53F93F-911C-2A30-C852-5CC78CB0E84B}"/>
          </ac:picMkLst>
        </pc:picChg>
        <pc:picChg chg="add del mod modCrop">
          <ac:chgData name="aziz dhifaoui" userId="a71dd549-9a7f-4b11-be81-ce6baa9925ee" providerId="ADAL" clId="{CEE57F83-6CD5-4134-B006-AA689D2D216F}" dt="2026-10-11T17:36:49.116" v="691" actId="478"/>
          <ac:picMkLst>
            <pc:docMk/>
            <pc:sldMk cId="602105087" sldId="435"/>
            <ac:picMk id="17" creationId="{F3185F2B-6C63-6047-D03B-BD99CD0A9FC9}"/>
          </ac:picMkLst>
        </pc:picChg>
        <pc:picChg chg="add mod modCrop">
          <ac:chgData name="aziz dhifaoui" userId="a71dd549-9a7f-4b11-be81-ce6baa9925ee" providerId="ADAL" clId="{CEE57F83-6CD5-4134-B006-AA689D2D216F}" dt="2026-10-11T17:37:34.258" v="700" actId="1076"/>
          <ac:picMkLst>
            <pc:docMk/>
            <pc:sldMk cId="602105087" sldId="435"/>
            <ac:picMk id="19" creationId="{C4E7EB4C-55CD-11FB-D8E4-8327DF1FF723}"/>
          </ac:picMkLst>
        </pc:picChg>
      </pc:sldChg>
      <pc:sldChg chg="add del ord">
        <pc:chgData name="aziz dhifaoui" userId="a71dd549-9a7f-4b11-be81-ce6baa9925ee" providerId="ADAL" clId="{CEE57F83-6CD5-4134-B006-AA689D2D216F}" dt="2026-10-11T17:24:41.116" v="640" actId="47"/>
        <pc:sldMkLst>
          <pc:docMk/>
          <pc:sldMk cId="3735352191" sldId="435"/>
        </pc:sldMkLst>
      </pc:sldChg>
      <pc:sldChg chg="addSp delSp modSp add mod ord">
        <pc:chgData name="aziz dhifaoui" userId="a71dd549-9a7f-4b11-be81-ce6baa9925ee" providerId="ADAL" clId="{CEE57F83-6CD5-4134-B006-AA689D2D216F}" dt="2026-10-11T17:44:48.586" v="747" actId="113"/>
        <pc:sldMkLst>
          <pc:docMk/>
          <pc:sldMk cId="2586460290" sldId="436"/>
        </pc:sldMkLst>
        <pc:spChg chg="mod">
          <ac:chgData name="aziz dhifaoui" userId="a71dd549-9a7f-4b11-be81-ce6baa9925ee" providerId="ADAL" clId="{CEE57F83-6CD5-4134-B006-AA689D2D216F}" dt="2026-10-11T17:43:42.484" v="731"/>
          <ac:spMkLst>
            <pc:docMk/>
            <pc:sldMk cId="2586460290" sldId="436"/>
            <ac:spMk id="10" creationId="{0AA31330-CAAA-C459-0AD3-1E4479ED6B09}"/>
          </ac:spMkLst>
        </pc:spChg>
        <pc:spChg chg="mod">
          <ac:chgData name="aziz dhifaoui" userId="a71dd549-9a7f-4b11-be81-ce6baa9925ee" providerId="ADAL" clId="{CEE57F83-6CD5-4134-B006-AA689D2D216F}" dt="2026-10-11T17:44:48.586" v="747" actId="113"/>
          <ac:spMkLst>
            <pc:docMk/>
            <pc:sldMk cId="2586460290" sldId="436"/>
            <ac:spMk id="11" creationId="{D08CC815-9719-784F-2A6E-A17A0B5E13B6}"/>
          </ac:spMkLst>
        </pc:spChg>
        <pc:spChg chg="mod">
          <ac:chgData name="aziz dhifaoui" userId="a71dd549-9a7f-4b11-be81-ce6baa9925ee" providerId="ADAL" clId="{CEE57F83-6CD5-4134-B006-AA689D2D216F}" dt="2026-10-11T17:43:23.264" v="727" actId="1076"/>
          <ac:spMkLst>
            <pc:docMk/>
            <pc:sldMk cId="2586460290" sldId="436"/>
            <ac:spMk id="12" creationId="{2ED9ED7D-5DA1-C1EF-198E-CC4B8AD73883}"/>
          </ac:spMkLst>
        </pc:spChg>
        <pc:grpChg chg="mod">
          <ac:chgData name="aziz dhifaoui" userId="a71dd549-9a7f-4b11-be81-ce6baa9925ee" providerId="ADAL" clId="{CEE57F83-6CD5-4134-B006-AA689D2D216F}" dt="2026-10-11T17:43:52.604" v="734" actId="1076"/>
          <ac:grpSpMkLst>
            <pc:docMk/>
            <pc:sldMk cId="2586460290" sldId="436"/>
            <ac:grpSpMk id="9" creationId="{5ABF01AC-BD5D-E875-19FF-D5544A8D050B}"/>
          </ac:grpSpMkLst>
        </pc:grpChg>
        <pc:picChg chg="del">
          <ac:chgData name="aziz dhifaoui" userId="a71dd549-9a7f-4b11-be81-ce6baa9925ee" providerId="ADAL" clId="{CEE57F83-6CD5-4134-B006-AA689D2D216F}" dt="2026-10-11T17:42:31.702" v="711" actId="478"/>
          <ac:picMkLst>
            <pc:docMk/>
            <pc:sldMk cId="2586460290" sldId="436"/>
            <ac:picMk id="4" creationId="{D3AC5429-A4F7-1F4C-4E36-C3773B651BA3}"/>
          </ac:picMkLst>
        </pc:picChg>
        <pc:picChg chg="add mod modCrop">
          <ac:chgData name="aziz dhifaoui" userId="a71dd549-9a7f-4b11-be81-ce6baa9925ee" providerId="ADAL" clId="{CEE57F83-6CD5-4134-B006-AA689D2D216F}" dt="2026-10-11T17:43:27.284" v="728" actId="1076"/>
          <ac:picMkLst>
            <pc:docMk/>
            <pc:sldMk cId="2586460290" sldId="436"/>
            <ac:picMk id="6" creationId="{7E1FF0D1-EA2F-B120-8A67-C594025D79C9}"/>
          </ac:picMkLst>
        </pc:picChg>
      </pc:sldChg>
      <pc:sldChg chg="addSp delSp modSp add mod ord">
        <pc:chgData name="aziz dhifaoui" userId="a71dd549-9a7f-4b11-be81-ce6baa9925ee" providerId="ADAL" clId="{CEE57F83-6CD5-4134-B006-AA689D2D216F}" dt="2026-10-11T17:53:52.843" v="840" actId="1037"/>
        <pc:sldMkLst>
          <pc:docMk/>
          <pc:sldMk cId="873270727" sldId="437"/>
        </pc:sldMkLst>
        <pc:spChg chg="mod">
          <ac:chgData name="aziz dhifaoui" userId="a71dd549-9a7f-4b11-be81-ce6baa9925ee" providerId="ADAL" clId="{CEE57F83-6CD5-4134-B006-AA689D2D216F}" dt="2026-10-11T17:48:15.729" v="763" actId="1036"/>
          <ac:spMkLst>
            <pc:docMk/>
            <pc:sldMk cId="873270727" sldId="437"/>
            <ac:spMk id="3" creationId="{E340762C-F1FB-7481-ADDF-23E0BE9E3A01}"/>
          </ac:spMkLst>
        </pc:spChg>
        <pc:spChg chg="mod">
          <ac:chgData name="aziz dhifaoui" userId="a71dd549-9a7f-4b11-be81-ce6baa9925ee" providerId="ADAL" clId="{CEE57F83-6CD5-4134-B006-AA689D2D216F}" dt="2026-10-11T17:48:13.143" v="761" actId="1036"/>
          <ac:spMkLst>
            <pc:docMk/>
            <pc:sldMk cId="873270727" sldId="437"/>
            <ac:spMk id="5" creationId="{5B60F4B9-A4EC-FA43-2F09-590DCDA65E4D}"/>
          </ac:spMkLst>
        </pc:spChg>
        <pc:spChg chg="mod">
          <ac:chgData name="aziz dhifaoui" userId="a71dd549-9a7f-4b11-be81-ce6baa9925ee" providerId="ADAL" clId="{CEE57F83-6CD5-4134-B006-AA689D2D216F}" dt="2026-10-11T17:48:18.602" v="764" actId="1036"/>
          <ac:spMkLst>
            <pc:docMk/>
            <pc:sldMk cId="873270727" sldId="437"/>
            <ac:spMk id="8" creationId="{6B984535-D2FB-764C-1998-6AE221058986}"/>
          </ac:spMkLst>
        </pc:spChg>
        <pc:spChg chg="del mod topLvl">
          <ac:chgData name="aziz dhifaoui" userId="a71dd549-9a7f-4b11-be81-ce6baa9925ee" providerId="ADAL" clId="{CEE57F83-6CD5-4134-B006-AA689D2D216F}" dt="2026-10-11T17:50:47.842" v="791" actId="478"/>
          <ac:spMkLst>
            <pc:docMk/>
            <pc:sldMk cId="873270727" sldId="437"/>
            <ac:spMk id="10" creationId="{948BB73B-3540-0583-085F-357A01FE7DBE}"/>
          </ac:spMkLst>
        </pc:spChg>
        <pc:spChg chg="del mod topLvl">
          <ac:chgData name="aziz dhifaoui" userId="a71dd549-9a7f-4b11-be81-ce6baa9925ee" providerId="ADAL" clId="{CEE57F83-6CD5-4134-B006-AA689D2D216F}" dt="2026-10-11T17:50:46.105" v="790" actId="478"/>
          <ac:spMkLst>
            <pc:docMk/>
            <pc:sldMk cId="873270727" sldId="437"/>
            <ac:spMk id="11" creationId="{352DBE19-34B0-7246-82ED-52F5AC1676BC}"/>
          </ac:spMkLst>
        </pc:spChg>
        <pc:spChg chg="del mod">
          <ac:chgData name="aziz dhifaoui" userId="a71dd549-9a7f-4b11-be81-ce6baa9925ee" providerId="ADAL" clId="{CEE57F83-6CD5-4134-B006-AA689D2D216F}" dt="2026-10-11T17:50:27.644" v="785" actId="478"/>
          <ac:spMkLst>
            <pc:docMk/>
            <pc:sldMk cId="873270727" sldId="437"/>
            <ac:spMk id="12" creationId="{F169332B-574F-5FC8-241D-D4612102A793}"/>
          </ac:spMkLst>
        </pc:spChg>
        <pc:spChg chg="add mod">
          <ac:chgData name="aziz dhifaoui" userId="a71dd549-9a7f-4b11-be81-ce6baa9925ee" providerId="ADAL" clId="{CEE57F83-6CD5-4134-B006-AA689D2D216F}" dt="2026-10-11T17:53:52.843" v="840" actId="1037"/>
          <ac:spMkLst>
            <pc:docMk/>
            <pc:sldMk cId="873270727" sldId="437"/>
            <ac:spMk id="13" creationId="{D154C03C-C288-288F-94F9-515FD7E28368}"/>
          </ac:spMkLst>
        </pc:spChg>
        <pc:spChg chg="add mod">
          <ac:chgData name="aziz dhifaoui" userId="a71dd549-9a7f-4b11-be81-ce6baa9925ee" providerId="ADAL" clId="{CEE57F83-6CD5-4134-B006-AA689D2D216F}" dt="2026-10-11T17:53:52.843" v="840" actId="1037"/>
          <ac:spMkLst>
            <pc:docMk/>
            <pc:sldMk cId="873270727" sldId="437"/>
            <ac:spMk id="15" creationId="{3FBC1BDB-0BDB-E120-398E-3AC00F283424}"/>
          </ac:spMkLst>
        </pc:spChg>
        <pc:grpChg chg="del mod">
          <ac:chgData name="aziz dhifaoui" userId="a71dd549-9a7f-4b11-be81-ce6baa9925ee" providerId="ADAL" clId="{CEE57F83-6CD5-4134-B006-AA689D2D216F}" dt="2026-10-11T17:50:46.105" v="790" actId="478"/>
          <ac:grpSpMkLst>
            <pc:docMk/>
            <pc:sldMk cId="873270727" sldId="437"/>
            <ac:grpSpMk id="9" creationId="{F6116CE3-1F47-396B-DD57-1983412B56D4}"/>
          </ac:grpSpMkLst>
        </pc:grpChg>
        <pc:picChg chg="del">
          <ac:chgData name="aziz dhifaoui" userId="a71dd549-9a7f-4b11-be81-ce6baa9925ee" providerId="ADAL" clId="{CEE57F83-6CD5-4134-B006-AA689D2D216F}" dt="2026-10-11T17:49:18.677" v="768" actId="478"/>
          <ac:picMkLst>
            <pc:docMk/>
            <pc:sldMk cId="873270727" sldId="437"/>
            <ac:picMk id="4" creationId="{DFF4606B-1653-1BFB-A80A-0E3C9D638E32}"/>
          </ac:picMkLst>
        </pc:picChg>
        <pc:picChg chg="add del mod modCrop">
          <ac:chgData name="aziz dhifaoui" userId="a71dd549-9a7f-4b11-be81-ce6baa9925ee" providerId="ADAL" clId="{CEE57F83-6CD5-4134-B006-AA689D2D216F}" dt="2026-10-11T17:50:38.690" v="787" actId="478"/>
          <ac:picMkLst>
            <pc:docMk/>
            <pc:sldMk cId="873270727" sldId="437"/>
            <ac:picMk id="6" creationId="{14421CBF-4F37-3ABF-3488-E9DDA71DF8E3}"/>
          </ac:picMkLst>
        </pc:picChg>
        <pc:picChg chg="add mod modCrop">
          <ac:chgData name="aziz dhifaoui" userId="a71dd549-9a7f-4b11-be81-ce6baa9925ee" providerId="ADAL" clId="{CEE57F83-6CD5-4134-B006-AA689D2D216F}" dt="2026-10-11T17:53:52.843" v="840" actId="1037"/>
          <ac:picMkLst>
            <pc:docMk/>
            <pc:sldMk cId="873270727" sldId="437"/>
            <ac:picMk id="17" creationId="{84D79820-82AC-977E-1544-DA46743AE2C2}"/>
          </ac:picMkLst>
        </pc:picChg>
      </pc:sldChg>
      <pc:sldChg chg="addSp delSp modSp add mod">
        <pc:chgData name="aziz dhifaoui" userId="a71dd549-9a7f-4b11-be81-ce6baa9925ee" providerId="ADAL" clId="{CEE57F83-6CD5-4134-B006-AA689D2D216F}" dt="2026-10-11T18:24:43.157" v="939" actId="732"/>
        <pc:sldMkLst>
          <pc:docMk/>
          <pc:sldMk cId="2250044395" sldId="438"/>
        </pc:sldMkLst>
        <pc:spChg chg="mod">
          <ac:chgData name="aziz dhifaoui" userId="a71dd549-9a7f-4b11-be81-ce6baa9925ee" providerId="ADAL" clId="{CEE57F83-6CD5-4134-B006-AA689D2D216F}" dt="2026-10-11T18:03:25.455" v="845" actId="1076"/>
          <ac:spMkLst>
            <pc:docMk/>
            <pc:sldMk cId="2250044395" sldId="438"/>
            <ac:spMk id="13" creationId="{5E997500-2C68-34B7-548A-D729A2575844}"/>
          </ac:spMkLst>
        </pc:spChg>
        <pc:spChg chg="mod">
          <ac:chgData name="aziz dhifaoui" userId="a71dd549-9a7f-4b11-be81-ce6baa9925ee" providerId="ADAL" clId="{CEE57F83-6CD5-4134-B006-AA689D2D216F}" dt="2026-10-11T18:14:51.439" v="919" actId="113"/>
          <ac:spMkLst>
            <pc:docMk/>
            <pc:sldMk cId="2250044395" sldId="438"/>
            <ac:spMk id="15" creationId="{9128907D-2338-A519-2847-4A8A2AD161A9}"/>
          </ac:spMkLst>
        </pc:spChg>
        <pc:picChg chg="add del mod modCrop">
          <ac:chgData name="aziz dhifaoui" userId="a71dd549-9a7f-4b11-be81-ce6baa9925ee" providerId="ADAL" clId="{CEE57F83-6CD5-4134-B006-AA689D2D216F}" dt="2026-10-11T18:08:09.498" v="903" actId="478"/>
          <ac:picMkLst>
            <pc:docMk/>
            <pc:sldMk cId="2250044395" sldId="438"/>
            <ac:picMk id="4" creationId="{0ADDED82-084B-BD0A-2D0F-8A208FE4B6DF}"/>
          </ac:picMkLst>
        </pc:picChg>
        <pc:picChg chg="add del mod modCrop">
          <ac:chgData name="aziz dhifaoui" userId="a71dd549-9a7f-4b11-be81-ce6baa9925ee" providerId="ADAL" clId="{CEE57F83-6CD5-4134-B006-AA689D2D216F}" dt="2026-10-11T18:24:24.125" v="929" actId="478"/>
          <ac:picMkLst>
            <pc:docMk/>
            <pc:sldMk cId="2250044395" sldId="438"/>
            <ac:picMk id="7" creationId="{0E1EAEA5-82D6-D44D-A8C2-FF1AE70EE523}"/>
          </ac:picMkLst>
        </pc:picChg>
        <pc:picChg chg="add mod modCrop">
          <ac:chgData name="aziz dhifaoui" userId="a71dd549-9a7f-4b11-be81-ce6baa9925ee" providerId="ADAL" clId="{CEE57F83-6CD5-4134-B006-AA689D2D216F}" dt="2026-10-11T18:24:43.157" v="939" actId="732"/>
          <ac:picMkLst>
            <pc:docMk/>
            <pc:sldMk cId="2250044395" sldId="438"/>
            <ac:picMk id="10" creationId="{7DF99068-2BC9-CF72-C65E-C845BAA3155B}"/>
          </ac:picMkLst>
        </pc:picChg>
        <pc:picChg chg="del">
          <ac:chgData name="aziz dhifaoui" userId="a71dd549-9a7f-4b11-be81-ce6baa9925ee" providerId="ADAL" clId="{CEE57F83-6CD5-4134-B006-AA689D2D216F}" dt="2026-10-11T18:03:42.789" v="850" actId="478"/>
          <ac:picMkLst>
            <pc:docMk/>
            <pc:sldMk cId="2250044395" sldId="438"/>
            <ac:picMk id="17" creationId="{00EF781C-E8D0-5109-4D4B-04A97EA2933F}"/>
          </ac:picMkLst>
        </pc:picChg>
      </pc:sldChg>
      <pc:sldChg chg="addSp delSp modSp add mod">
        <pc:chgData name="aziz dhifaoui" userId="a71dd549-9a7f-4b11-be81-ce6baa9925ee" providerId="ADAL" clId="{CEE57F83-6CD5-4134-B006-AA689D2D216F}" dt="2026-10-11T18:34:22.369" v="1546" actId="20577"/>
        <pc:sldMkLst>
          <pc:docMk/>
          <pc:sldMk cId="1313401339" sldId="439"/>
        </pc:sldMkLst>
        <pc:spChg chg="mod">
          <ac:chgData name="aziz dhifaoui" userId="a71dd549-9a7f-4b11-be81-ce6baa9925ee" providerId="ADAL" clId="{CEE57F83-6CD5-4134-B006-AA689D2D216F}" dt="2026-10-11T18:32:59.088" v="1535" actId="1076"/>
          <ac:spMkLst>
            <pc:docMk/>
            <pc:sldMk cId="1313401339" sldId="439"/>
            <ac:spMk id="7" creationId="{440E8217-2C88-F783-ED2A-0C9E97AE7DEB}"/>
          </ac:spMkLst>
        </pc:spChg>
        <pc:spChg chg="mod">
          <ac:chgData name="aziz dhifaoui" userId="a71dd549-9a7f-4b11-be81-ce6baa9925ee" providerId="ADAL" clId="{CEE57F83-6CD5-4134-B006-AA689D2D216F}" dt="2026-10-11T18:33:06.227" v="1537" actId="20577"/>
          <ac:spMkLst>
            <pc:docMk/>
            <pc:sldMk cId="1313401339" sldId="439"/>
            <ac:spMk id="9" creationId="{5B036F86-E76B-B545-EB52-4DA338B65BC0}"/>
          </ac:spMkLst>
        </pc:spChg>
        <pc:spChg chg="mod">
          <ac:chgData name="aziz dhifaoui" userId="a71dd549-9a7f-4b11-be81-ce6baa9925ee" providerId="ADAL" clId="{CEE57F83-6CD5-4134-B006-AA689D2D216F}" dt="2026-10-11T18:25:05.967" v="944" actId="1076"/>
          <ac:spMkLst>
            <pc:docMk/>
            <pc:sldMk cId="1313401339" sldId="439"/>
            <ac:spMk id="13" creationId="{A7A221A9-C130-4516-13FB-3A50B693F574}"/>
          </ac:spMkLst>
        </pc:spChg>
        <pc:spChg chg="mod">
          <ac:chgData name="aziz dhifaoui" userId="a71dd549-9a7f-4b11-be81-ce6baa9925ee" providerId="ADAL" clId="{CEE57F83-6CD5-4134-B006-AA689D2D216F}" dt="2026-10-11T18:25:12.195" v="947"/>
          <ac:spMkLst>
            <pc:docMk/>
            <pc:sldMk cId="1313401339" sldId="439"/>
            <ac:spMk id="15" creationId="{EB7181C5-1B46-871D-36E4-5D749C2BF0AB}"/>
          </ac:spMkLst>
        </pc:spChg>
        <pc:grpChg chg="add mod">
          <ac:chgData name="aziz dhifaoui" userId="a71dd549-9a7f-4b11-be81-ce6baa9925ee" providerId="ADAL" clId="{CEE57F83-6CD5-4134-B006-AA689D2D216F}" dt="2026-10-11T18:33:33.382" v="1543" actId="1076"/>
          <ac:grpSpMkLst>
            <pc:docMk/>
            <pc:sldMk cId="1313401339" sldId="439"/>
            <ac:grpSpMk id="6" creationId="{245A702D-B869-473B-BD6D-ACE55291BD20}"/>
          </ac:grpSpMkLst>
        </pc:grpChg>
        <pc:graphicFrameChg chg="add mod modGraphic">
          <ac:chgData name="aziz dhifaoui" userId="a71dd549-9a7f-4b11-be81-ce6baa9925ee" providerId="ADAL" clId="{CEE57F83-6CD5-4134-B006-AA689D2D216F}" dt="2026-10-11T18:34:22.369" v="1546" actId="20577"/>
          <ac:graphicFrameMkLst>
            <pc:docMk/>
            <pc:sldMk cId="1313401339" sldId="439"/>
            <ac:graphicFrameMk id="4" creationId="{9A5CD5B3-849A-0184-5DC3-2DDDE161584D}"/>
          </ac:graphicFrameMkLst>
        </pc:graphicFrameChg>
        <pc:picChg chg="del">
          <ac:chgData name="aziz dhifaoui" userId="a71dd549-9a7f-4b11-be81-ce6baa9925ee" providerId="ADAL" clId="{CEE57F83-6CD5-4134-B006-AA689D2D216F}" dt="2026-10-11T18:25:24.709" v="948" actId="478"/>
          <ac:picMkLst>
            <pc:docMk/>
            <pc:sldMk cId="1313401339" sldId="439"/>
            <ac:picMk id="10" creationId="{F6FA78C1-86C2-0C27-FDF6-4DDE3463D6D3}"/>
          </ac:picMkLst>
        </pc:picChg>
      </pc:sldChg>
      <pc:sldChg chg="addSp delSp modSp add mod">
        <pc:chgData name="aziz dhifaoui" userId="a71dd549-9a7f-4b11-be81-ce6baa9925ee" providerId="ADAL" clId="{CEE57F83-6CD5-4134-B006-AA689D2D216F}" dt="2026-10-11T19:57:50.129" v="2529" actId="2711"/>
        <pc:sldMkLst>
          <pc:docMk/>
          <pc:sldMk cId="646528275" sldId="440"/>
        </pc:sldMkLst>
        <pc:spChg chg="add del mod">
          <ac:chgData name="aziz dhifaoui" userId="a71dd549-9a7f-4b11-be81-ce6baa9925ee" providerId="ADAL" clId="{CEE57F83-6CD5-4134-B006-AA689D2D216F}" dt="2026-10-11T18:46:32.592" v="1706" actId="478"/>
          <ac:spMkLst>
            <pc:docMk/>
            <pc:sldMk cId="646528275" sldId="440"/>
            <ac:spMk id="2" creationId="{DD379722-C517-EAEE-DF04-9691FCAEDA3A}"/>
          </ac:spMkLst>
        </pc:spChg>
        <pc:spChg chg="mod">
          <ac:chgData name="aziz dhifaoui" userId="a71dd549-9a7f-4b11-be81-ce6baa9925ee" providerId="ADAL" clId="{CEE57F83-6CD5-4134-B006-AA689D2D216F}" dt="2026-10-11T19:57:50.129" v="2529" actId="2711"/>
          <ac:spMkLst>
            <pc:docMk/>
            <pc:sldMk cId="646528275" sldId="440"/>
            <ac:spMk id="3" creationId="{91627A13-E2C3-E58D-1475-0B081075B728}"/>
          </ac:spMkLst>
        </pc:spChg>
        <pc:spChg chg="mod">
          <ac:chgData name="aziz dhifaoui" userId="a71dd549-9a7f-4b11-be81-ce6baa9925ee" providerId="ADAL" clId="{CEE57F83-6CD5-4134-B006-AA689D2D216F}" dt="2026-10-11T19:57:50.129" v="2529" actId="2711"/>
          <ac:spMkLst>
            <pc:docMk/>
            <pc:sldMk cId="646528275" sldId="440"/>
            <ac:spMk id="5" creationId="{DAC5528A-F90B-6559-4A98-73EF14D9B5ED}"/>
          </ac:spMkLst>
        </pc:spChg>
        <pc:spChg chg="del mod topLvl">
          <ac:chgData name="aziz dhifaoui" userId="a71dd549-9a7f-4b11-be81-ce6baa9925ee" providerId="ADAL" clId="{CEE57F83-6CD5-4134-B006-AA689D2D216F}" dt="2026-10-11T18:51:43.853" v="1973" actId="478"/>
          <ac:spMkLst>
            <pc:docMk/>
            <pc:sldMk cId="646528275" sldId="440"/>
            <ac:spMk id="7" creationId="{802AB7BF-C861-E752-A593-265C37107A08}"/>
          </ac:spMkLst>
        </pc:spChg>
        <pc:spChg chg="mod">
          <ac:chgData name="aziz dhifaoui" userId="a71dd549-9a7f-4b11-be81-ce6baa9925ee" providerId="ADAL" clId="{CEE57F83-6CD5-4134-B006-AA689D2D216F}" dt="2026-10-11T19:57:50.129" v="2529" actId="2711"/>
          <ac:spMkLst>
            <pc:docMk/>
            <pc:sldMk cId="646528275" sldId="440"/>
            <ac:spMk id="8" creationId="{F7C158BD-99B2-DCA2-C58E-4390E424E6B3}"/>
          </ac:spMkLst>
        </pc:spChg>
        <pc:spChg chg="mod topLvl">
          <ac:chgData name="aziz dhifaoui" userId="a71dd549-9a7f-4b11-be81-ce6baa9925ee" providerId="ADAL" clId="{CEE57F83-6CD5-4134-B006-AA689D2D216F}" dt="2026-10-11T19:57:50.129" v="2529" actId="2711"/>
          <ac:spMkLst>
            <pc:docMk/>
            <pc:sldMk cId="646528275" sldId="440"/>
            <ac:spMk id="9" creationId="{5FD940BF-8295-A039-CA86-FCF380399F32}"/>
          </ac:spMkLst>
        </pc:spChg>
        <pc:spChg chg="add del mod">
          <ac:chgData name="aziz dhifaoui" userId="a71dd549-9a7f-4b11-be81-ce6baa9925ee" providerId="ADAL" clId="{CEE57F83-6CD5-4134-B006-AA689D2D216F}" dt="2026-10-11T18:46:32.592" v="1706" actId="478"/>
          <ac:spMkLst>
            <pc:docMk/>
            <pc:sldMk cId="646528275" sldId="440"/>
            <ac:spMk id="11" creationId="{55FFFD2F-C49B-92D6-56C1-4309D5E8DA04}"/>
          </ac:spMkLst>
        </pc:spChg>
        <pc:spChg chg="mod">
          <ac:chgData name="aziz dhifaoui" userId="a71dd549-9a7f-4b11-be81-ce6baa9925ee" providerId="ADAL" clId="{CEE57F83-6CD5-4134-B006-AA689D2D216F}" dt="2026-10-11T19:57:50.129" v="2529" actId="2711"/>
          <ac:spMkLst>
            <pc:docMk/>
            <pc:sldMk cId="646528275" sldId="440"/>
            <ac:spMk id="13" creationId="{DD4817DC-844B-6BC3-1235-13994947C76D}"/>
          </ac:spMkLst>
        </pc:spChg>
        <pc:spChg chg="add del">
          <ac:chgData name="aziz dhifaoui" userId="a71dd549-9a7f-4b11-be81-ce6baa9925ee" providerId="ADAL" clId="{CEE57F83-6CD5-4134-B006-AA689D2D216F}" dt="2026-10-11T18:42:53.584" v="1699" actId="22"/>
          <ac:spMkLst>
            <pc:docMk/>
            <pc:sldMk cId="646528275" sldId="440"/>
            <ac:spMk id="14" creationId="{126AD657-76A5-81A0-9F89-A63E53AD986D}"/>
          </ac:spMkLst>
        </pc:spChg>
        <pc:spChg chg="mod">
          <ac:chgData name="aziz dhifaoui" userId="a71dd549-9a7f-4b11-be81-ce6baa9925ee" providerId="ADAL" clId="{CEE57F83-6CD5-4134-B006-AA689D2D216F}" dt="2026-10-11T18:36:51.227" v="1563" actId="20577"/>
          <ac:spMkLst>
            <pc:docMk/>
            <pc:sldMk cId="646528275" sldId="440"/>
            <ac:spMk id="15" creationId="{0FD7DEC3-CCDE-B21D-9F73-E45B5B723F91}"/>
          </ac:spMkLst>
        </pc:spChg>
        <pc:spChg chg="mod">
          <ac:chgData name="aziz dhifaoui" userId="a71dd549-9a7f-4b11-be81-ce6baa9925ee" providerId="ADAL" clId="{CEE57F83-6CD5-4134-B006-AA689D2D216F}" dt="2026-10-11T18:48:51.996" v="1793"/>
          <ac:spMkLst>
            <pc:docMk/>
            <pc:sldMk cId="646528275" sldId="440"/>
            <ac:spMk id="19" creationId="{6657EBF3-2945-03DF-CC85-23612BCDEBB6}"/>
          </ac:spMkLst>
        </pc:spChg>
        <pc:spChg chg="mod">
          <ac:chgData name="aziz dhifaoui" userId="a71dd549-9a7f-4b11-be81-ce6baa9925ee" providerId="ADAL" clId="{CEE57F83-6CD5-4134-B006-AA689D2D216F}" dt="2026-10-11T18:50:26.979" v="1884" actId="20577"/>
          <ac:spMkLst>
            <pc:docMk/>
            <pc:sldMk cId="646528275" sldId="440"/>
            <ac:spMk id="20" creationId="{665A1AE9-2840-457E-59B6-95D9B157A335}"/>
          </ac:spMkLst>
        </pc:spChg>
        <pc:spChg chg="del mod topLvl">
          <ac:chgData name="aziz dhifaoui" userId="a71dd549-9a7f-4b11-be81-ce6baa9925ee" providerId="ADAL" clId="{CEE57F83-6CD5-4134-B006-AA689D2D216F}" dt="2026-10-11T18:51:57.964" v="1978" actId="478"/>
          <ac:spMkLst>
            <pc:docMk/>
            <pc:sldMk cId="646528275" sldId="440"/>
            <ac:spMk id="22" creationId="{CC079C06-7004-20CA-FACA-62EE03E16C9B}"/>
          </ac:spMkLst>
        </pc:spChg>
        <pc:spChg chg="mod topLvl">
          <ac:chgData name="aziz dhifaoui" userId="a71dd549-9a7f-4b11-be81-ce6baa9925ee" providerId="ADAL" clId="{CEE57F83-6CD5-4134-B006-AA689D2D216F}" dt="2026-10-11T19:57:50.129" v="2529" actId="2711"/>
          <ac:spMkLst>
            <pc:docMk/>
            <pc:sldMk cId="646528275" sldId="440"/>
            <ac:spMk id="23" creationId="{57960189-D043-85DA-CF22-44F09D75019E}"/>
          </ac:spMkLst>
        </pc:spChg>
        <pc:spChg chg="del mod topLvl">
          <ac:chgData name="aziz dhifaoui" userId="a71dd549-9a7f-4b11-be81-ce6baa9925ee" providerId="ADAL" clId="{CEE57F83-6CD5-4134-B006-AA689D2D216F}" dt="2026-10-11T18:51:33.840" v="1968" actId="21"/>
          <ac:spMkLst>
            <pc:docMk/>
            <pc:sldMk cId="646528275" sldId="440"/>
            <ac:spMk id="25" creationId="{6657EBF3-2945-03DF-CC85-23612BCDEBB6}"/>
          </ac:spMkLst>
        </pc:spChg>
        <pc:spChg chg="mod topLvl">
          <ac:chgData name="aziz dhifaoui" userId="a71dd549-9a7f-4b11-be81-ce6baa9925ee" providerId="ADAL" clId="{CEE57F83-6CD5-4134-B006-AA689D2D216F}" dt="2026-10-11T19:57:50.129" v="2529" actId="2711"/>
          <ac:spMkLst>
            <pc:docMk/>
            <pc:sldMk cId="646528275" sldId="440"/>
            <ac:spMk id="26" creationId="{665A1AE9-2840-457E-59B6-95D9B157A335}"/>
          </ac:spMkLst>
        </pc:spChg>
        <pc:spChg chg="add mod ord">
          <ac:chgData name="aziz dhifaoui" userId="a71dd549-9a7f-4b11-be81-ce6baa9925ee" providerId="ADAL" clId="{CEE57F83-6CD5-4134-B006-AA689D2D216F}" dt="2026-10-11T19:57:50.129" v="2529" actId="2711"/>
          <ac:spMkLst>
            <pc:docMk/>
            <pc:sldMk cId="646528275" sldId="440"/>
            <ac:spMk id="28" creationId="{CA9BBC3F-E0BA-9B42-5902-036F38ED2A5F}"/>
          </ac:spMkLst>
        </pc:spChg>
        <pc:spChg chg="add mod ord">
          <ac:chgData name="aziz dhifaoui" userId="a71dd549-9a7f-4b11-be81-ce6baa9925ee" providerId="ADAL" clId="{CEE57F83-6CD5-4134-B006-AA689D2D216F}" dt="2026-10-11T19:57:50.129" v="2529" actId="2711"/>
          <ac:spMkLst>
            <pc:docMk/>
            <pc:sldMk cId="646528275" sldId="440"/>
            <ac:spMk id="30" creationId="{C0469B25-BA77-C9CD-6010-F73FD750947F}"/>
          </ac:spMkLst>
        </pc:spChg>
        <pc:spChg chg="add mod ord">
          <ac:chgData name="aziz dhifaoui" userId="a71dd549-9a7f-4b11-be81-ce6baa9925ee" providerId="ADAL" clId="{CEE57F83-6CD5-4134-B006-AA689D2D216F}" dt="2026-10-11T18:52:08.601" v="1981" actId="167"/>
          <ac:spMkLst>
            <pc:docMk/>
            <pc:sldMk cId="646528275" sldId="440"/>
            <ac:spMk id="33" creationId="{3FA3AB8F-5A9A-85B0-89CA-5F277C40BE41}"/>
          </ac:spMkLst>
        </pc:spChg>
        <pc:spChg chg="mod">
          <ac:chgData name="aziz dhifaoui" userId="a71dd549-9a7f-4b11-be81-ce6baa9925ee" providerId="ADAL" clId="{CEE57F83-6CD5-4134-B006-AA689D2D216F}" dt="2026-10-11T19:57:50.129" v="2529" actId="2711"/>
          <ac:spMkLst>
            <pc:docMk/>
            <pc:sldMk cId="646528275" sldId="440"/>
            <ac:spMk id="36" creationId="{E47CFBFC-8C00-DD87-6707-F7FBF861A222}"/>
          </ac:spMkLst>
        </pc:spChg>
        <pc:grpChg chg="del mod">
          <ac:chgData name="aziz dhifaoui" userId="a71dd549-9a7f-4b11-be81-ce6baa9925ee" providerId="ADAL" clId="{CEE57F83-6CD5-4134-B006-AA689D2D216F}" dt="2026-10-11T18:51:43.853" v="1973" actId="478"/>
          <ac:grpSpMkLst>
            <pc:docMk/>
            <pc:sldMk cId="646528275" sldId="440"/>
            <ac:grpSpMk id="6" creationId="{AE2D3267-31B7-CC49-D845-CC024980EDA2}"/>
          </ac:grpSpMkLst>
        </pc:grpChg>
        <pc:grpChg chg="add del mod">
          <ac:chgData name="aziz dhifaoui" userId="a71dd549-9a7f-4b11-be81-ce6baa9925ee" providerId="ADAL" clId="{CEE57F83-6CD5-4134-B006-AA689D2D216F}" dt="2026-10-11T18:51:30.967" v="1966" actId="21"/>
          <ac:grpSpMkLst>
            <pc:docMk/>
            <pc:sldMk cId="646528275" sldId="440"/>
            <ac:grpSpMk id="18" creationId="{D89E7272-775A-FD36-F330-F840A2EF535D}"/>
          </ac:grpSpMkLst>
        </pc:grpChg>
        <pc:grpChg chg="add del mod">
          <ac:chgData name="aziz dhifaoui" userId="a71dd549-9a7f-4b11-be81-ce6baa9925ee" providerId="ADAL" clId="{CEE57F83-6CD5-4134-B006-AA689D2D216F}" dt="2026-10-11T18:51:57.964" v="1978" actId="478"/>
          <ac:grpSpMkLst>
            <pc:docMk/>
            <pc:sldMk cId="646528275" sldId="440"/>
            <ac:grpSpMk id="21" creationId="{8EF51B4B-C824-C46F-EED6-0DB9AB0B3676}"/>
          </ac:grpSpMkLst>
        </pc:grpChg>
        <pc:grpChg chg="add del mod">
          <ac:chgData name="aziz dhifaoui" userId="a71dd549-9a7f-4b11-be81-ce6baa9925ee" providerId="ADAL" clId="{CEE57F83-6CD5-4134-B006-AA689D2D216F}" dt="2026-10-11T18:51:33.840" v="1968" actId="21"/>
          <ac:grpSpMkLst>
            <pc:docMk/>
            <pc:sldMk cId="646528275" sldId="440"/>
            <ac:grpSpMk id="24" creationId="{D89E7272-775A-FD36-F330-F840A2EF535D}"/>
          </ac:grpSpMkLst>
        </pc:grpChg>
        <pc:graphicFrameChg chg="del">
          <ac:chgData name="aziz dhifaoui" userId="a71dd549-9a7f-4b11-be81-ce6baa9925ee" providerId="ADAL" clId="{CEE57F83-6CD5-4134-B006-AA689D2D216F}" dt="2026-10-11T18:36:59.886" v="1564" actId="478"/>
          <ac:graphicFrameMkLst>
            <pc:docMk/>
            <pc:sldMk cId="646528275" sldId="440"/>
            <ac:graphicFrameMk id="4" creationId="{9A79AE49-5672-D2D0-C3C3-AA49E7829E7D}"/>
          </ac:graphicFrameMkLst>
        </pc:graphicFrameChg>
        <pc:picChg chg="add mod modCrop">
          <ac:chgData name="aziz dhifaoui" userId="a71dd549-9a7f-4b11-be81-ce6baa9925ee" providerId="ADAL" clId="{CEE57F83-6CD5-4134-B006-AA689D2D216F}" dt="2026-10-11T18:49:48.272" v="1804" actId="1037"/>
          <ac:picMkLst>
            <pc:docMk/>
            <pc:sldMk cId="646528275" sldId="440"/>
            <ac:picMk id="17" creationId="{A4854CE5-1B69-50AB-7860-770006844B14}"/>
          </ac:picMkLst>
        </pc:picChg>
      </pc:sldChg>
      <pc:sldChg chg="addSp delSp add mod">
        <pc:chgData name="aziz dhifaoui" userId="a71dd549-9a7f-4b11-be81-ce6baa9925ee" providerId="ADAL" clId="{CEE57F83-6CD5-4134-B006-AA689D2D216F}" dt="2026-10-11T19:19:15.096" v="2146" actId="22"/>
        <pc:sldMkLst>
          <pc:docMk/>
          <pc:sldMk cId="2701283105" sldId="441"/>
        </pc:sldMkLst>
        <pc:spChg chg="del">
          <ac:chgData name="aziz dhifaoui" userId="a71dd549-9a7f-4b11-be81-ce6baa9925ee" providerId="ADAL" clId="{CEE57F83-6CD5-4134-B006-AA689D2D216F}" dt="2026-10-11T19:18:39.683" v="2139" actId="478"/>
          <ac:spMkLst>
            <pc:docMk/>
            <pc:sldMk cId="2701283105" sldId="441"/>
            <ac:spMk id="3" creationId="{65F484DD-8244-F3D4-8047-CAFC585B785C}"/>
          </ac:spMkLst>
        </pc:spChg>
        <pc:spChg chg="del">
          <ac:chgData name="aziz dhifaoui" userId="a71dd549-9a7f-4b11-be81-ce6baa9925ee" providerId="ADAL" clId="{CEE57F83-6CD5-4134-B006-AA689D2D216F}" dt="2026-10-11T19:18:39.683" v="2139" actId="478"/>
          <ac:spMkLst>
            <pc:docMk/>
            <pc:sldMk cId="2701283105" sldId="441"/>
            <ac:spMk id="5" creationId="{2CEA463A-F754-6BC5-1E90-847BD9922443}"/>
          </ac:spMkLst>
        </pc:spChg>
        <pc:spChg chg="add del">
          <ac:chgData name="aziz dhifaoui" userId="a71dd549-9a7f-4b11-be81-ce6baa9925ee" providerId="ADAL" clId="{CEE57F83-6CD5-4134-B006-AA689D2D216F}" dt="2026-10-11T19:19:14.798" v="2145" actId="478"/>
          <ac:spMkLst>
            <pc:docMk/>
            <pc:sldMk cId="2701283105" sldId="441"/>
            <ac:spMk id="6" creationId="{08763409-2B0B-6ED4-915C-6CAE8B61347D}"/>
          </ac:spMkLst>
        </pc:spChg>
        <pc:spChg chg="del">
          <ac:chgData name="aziz dhifaoui" userId="a71dd549-9a7f-4b11-be81-ce6baa9925ee" providerId="ADAL" clId="{CEE57F83-6CD5-4134-B006-AA689D2D216F}" dt="2026-10-11T19:18:39.683" v="2139" actId="478"/>
          <ac:spMkLst>
            <pc:docMk/>
            <pc:sldMk cId="2701283105" sldId="441"/>
            <ac:spMk id="8" creationId="{E503118D-8F4A-DE4F-9EC4-DC8E3CB1F6E2}"/>
          </ac:spMkLst>
        </pc:spChg>
        <pc:spChg chg="add del">
          <ac:chgData name="aziz dhifaoui" userId="a71dd549-9a7f-4b11-be81-ce6baa9925ee" providerId="ADAL" clId="{CEE57F83-6CD5-4134-B006-AA689D2D216F}" dt="2026-10-11T19:19:14.798" v="2145" actId="478"/>
          <ac:spMkLst>
            <pc:docMk/>
            <pc:sldMk cId="2701283105" sldId="441"/>
            <ac:spMk id="10" creationId="{39CC8ED2-21BE-85DD-2E22-B60197FFA886}"/>
          </ac:spMkLst>
        </pc:spChg>
        <pc:spChg chg="add del">
          <ac:chgData name="aziz dhifaoui" userId="a71dd549-9a7f-4b11-be81-ce6baa9925ee" providerId="ADAL" clId="{CEE57F83-6CD5-4134-B006-AA689D2D216F}" dt="2026-10-11T19:19:14.798" v="2145" actId="478"/>
          <ac:spMkLst>
            <pc:docMk/>
            <pc:sldMk cId="2701283105" sldId="441"/>
            <ac:spMk id="12" creationId="{E10CF684-00BC-8B8E-7332-047154337CED}"/>
          </ac:spMkLst>
        </pc:spChg>
        <pc:spChg chg="add del">
          <ac:chgData name="aziz dhifaoui" userId="a71dd549-9a7f-4b11-be81-ce6baa9925ee" providerId="ADAL" clId="{CEE57F83-6CD5-4134-B006-AA689D2D216F}" dt="2026-10-11T19:19:14.798" v="2145" actId="478"/>
          <ac:spMkLst>
            <pc:docMk/>
            <pc:sldMk cId="2701283105" sldId="441"/>
            <ac:spMk id="14" creationId="{34F01F1B-F137-CD32-BD0C-E046F3DECDFA}"/>
          </ac:spMkLst>
        </pc:spChg>
        <pc:spChg chg="add">
          <ac:chgData name="aziz dhifaoui" userId="a71dd549-9a7f-4b11-be81-ce6baa9925ee" providerId="ADAL" clId="{CEE57F83-6CD5-4134-B006-AA689D2D216F}" dt="2026-10-11T19:19:15.096" v="2146" actId="22"/>
          <ac:spMkLst>
            <pc:docMk/>
            <pc:sldMk cId="2701283105" sldId="441"/>
            <ac:spMk id="16" creationId="{C8219CF7-7862-834C-D258-48ADEE63082E}"/>
          </ac:spMkLst>
        </pc:spChg>
        <pc:spChg chg="add">
          <ac:chgData name="aziz dhifaoui" userId="a71dd549-9a7f-4b11-be81-ce6baa9925ee" providerId="ADAL" clId="{CEE57F83-6CD5-4134-B006-AA689D2D216F}" dt="2026-10-11T19:19:15.096" v="2146" actId="22"/>
          <ac:spMkLst>
            <pc:docMk/>
            <pc:sldMk cId="2701283105" sldId="441"/>
            <ac:spMk id="18" creationId="{A6849EF0-5F14-B039-50F9-7028C927EF9F}"/>
          </ac:spMkLst>
        </pc:spChg>
        <pc:spChg chg="add">
          <ac:chgData name="aziz dhifaoui" userId="a71dd549-9a7f-4b11-be81-ce6baa9925ee" providerId="ADAL" clId="{CEE57F83-6CD5-4134-B006-AA689D2D216F}" dt="2026-10-11T19:19:15.096" v="2146" actId="22"/>
          <ac:spMkLst>
            <pc:docMk/>
            <pc:sldMk cId="2701283105" sldId="441"/>
            <ac:spMk id="20" creationId="{CFCC04D1-15FD-0BCC-6ACE-698C73F2ADD8}"/>
          </ac:spMkLst>
        </pc:spChg>
        <pc:spChg chg="add">
          <ac:chgData name="aziz dhifaoui" userId="a71dd549-9a7f-4b11-be81-ce6baa9925ee" providerId="ADAL" clId="{CEE57F83-6CD5-4134-B006-AA689D2D216F}" dt="2026-10-11T19:19:15.096" v="2146" actId="22"/>
          <ac:spMkLst>
            <pc:docMk/>
            <pc:sldMk cId="2701283105" sldId="441"/>
            <ac:spMk id="22" creationId="{D14E8C1D-CBA7-42C9-1D8E-5FA2FA01200D}"/>
          </ac:spMkLst>
        </pc:spChg>
        <pc:spChg chg="add">
          <ac:chgData name="aziz dhifaoui" userId="a71dd549-9a7f-4b11-be81-ce6baa9925ee" providerId="ADAL" clId="{CEE57F83-6CD5-4134-B006-AA689D2D216F}" dt="2026-10-11T19:19:15.096" v="2146" actId="22"/>
          <ac:spMkLst>
            <pc:docMk/>
            <pc:sldMk cId="2701283105" sldId="441"/>
            <ac:spMk id="24" creationId="{B826DF7B-26FA-F0CD-5538-ADDC7F22DD2A}"/>
          </ac:spMkLst>
        </pc:spChg>
        <pc:spChg chg="del">
          <ac:chgData name="aziz dhifaoui" userId="a71dd549-9a7f-4b11-be81-ce6baa9925ee" providerId="ADAL" clId="{CEE57F83-6CD5-4134-B006-AA689D2D216F}" dt="2026-10-11T19:18:39.683" v="2139" actId="478"/>
          <ac:spMkLst>
            <pc:docMk/>
            <pc:sldMk cId="2701283105" sldId="441"/>
            <ac:spMk id="32" creationId="{C22C8907-C8E1-AAE8-D2B4-8CFD3D57BB39}"/>
          </ac:spMkLst>
        </pc:spChg>
        <pc:spChg chg="del">
          <ac:chgData name="aziz dhifaoui" userId="a71dd549-9a7f-4b11-be81-ce6baa9925ee" providerId="ADAL" clId="{CEE57F83-6CD5-4134-B006-AA689D2D216F}" dt="2026-10-11T19:18:39.683" v="2139" actId="478"/>
          <ac:spMkLst>
            <pc:docMk/>
            <pc:sldMk cId="2701283105" sldId="441"/>
            <ac:spMk id="36" creationId="{D499C0F1-67C8-D3B2-82B7-1512EF097C95}"/>
          </ac:spMkLst>
        </pc:spChg>
      </pc:sldChg>
    </pc:docChg>
  </pc:docChgLst>
  <pc:docChgLst>
    <pc:chgData name="mohamedamine.maddouri" userId="296b53f2-763e-4332-aa01-83783916e159" providerId="ADAL" clId="{52050FC3-C97C-4944-B126-455B47D90395}"/>
    <pc:docChg chg="undo redo custSel addSld delSld modSld">
      <pc:chgData name="mohamedamine.maddouri" userId="296b53f2-763e-4332-aa01-83783916e159" providerId="ADAL" clId="{52050FC3-C97C-4944-B126-455B47D90395}" dt="2026-10-11T20:23:52.351" v="735" actId="478"/>
      <pc:docMkLst>
        <pc:docMk/>
      </pc:docMkLst>
      <pc:sldChg chg="modSp mod">
        <pc:chgData name="mohamedamine.maddouri" userId="296b53f2-763e-4332-aa01-83783916e159" providerId="ADAL" clId="{52050FC3-C97C-4944-B126-455B47D90395}" dt="2026-10-10T15:28:50.255" v="2" actId="14100"/>
        <pc:sldMkLst>
          <pc:docMk/>
          <pc:sldMk cId="0" sldId="257"/>
        </pc:sldMkLst>
        <pc:spChg chg="mod">
          <ac:chgData name="mohamedamine.maddouri" userId="296b53f2-763e-4332-aa01-83783916e159" providerId="ADAL" clId="{52050FC3-C97C-4944-B126-455B47D90395}" dt="2026-10-10T15:28:50.255" v="2" actId="14100"/>
          <ac:spMkLst>
            <pc:docMk/>
            <pc:sldMk cId="0" sldId="257"/>
            <ac:spMk id="6" creationId="{00000000-0000-0000-0000-000000000000}"/>
          </ac:spMkLst>
        </pc:spChg>
      </pc:sldChg>
      <pc:sldChg chg="addSp delSp modSp mod">
        <pc:chgData name="mohamedamine.maddouri" userId="296b53f2-763e-4332-aa01-83783916e159" providerId="ADAL" clId="{52050FC3-C97C-4944-B126-455B47D90395}" dt="2026-10-11T20:13:59.162" v="312"/>
        <pc:sldMkLst>
          <pc:docMk/>
          <pc:sldMk cId="0" sldId="260"/>
        </pc:sldMkLst>
        <pc:spChg chg="add mod">
          <ac:chgData name="mohamedamine.maddouri" userId="296b53f2-763e-4332-aa01-83783916e159" providerId="ADAL" clId="{52050FC3-C97C-4944-B126-455B47D90395}" dt="2026-10-11T20:13:58.392" v="310" actId="207"/>
          <ac:spMkLst>
            <pc:docMk/>
            <pc:sldMk cId="0" sldId="260"/>
            <ac:spMk id="56" creationId="{34A2E3C1-2F55-21F7-01A4-B52D71893D7C}"/>
          </ac:spMkLst>
        </pc:spChg>
        <pc:spChg chg="add del mod">
          <ac:chgData name="mohamedamine.maddouri" userId="296b53f2-763e-4332-aa01-83783916e159" providerId="ADAL" clId="{52050FC3-C97C-4944-B126-455B47D90395}" dt="2026-10-11T20:13:59.162" v="312"/>
          <ac:spMkLst>
            <pc:docMk/>
            <pc:sldMk cId="0" sldId="260"/>
            <ac:spMk id="57" creationId="{9ED85B00-708D-1EAC-0006-0A9792174704}"/>
          </ac:spMkLst>
        </pc:spChg>
      </pc:sldChg>
      <pc:sldChg chg="addSp delSp modSp mod">
        <pc:chgData name="mohamedamine.maddouri" userId="296b53f2-763e-4332-aa01-83783916e159" providerId="ADAL" clId="{52050FC3-C97C-4944-B126-455B47D90395}" dt="2026-10-11T20:14:29.821" v="315" actId="1076"/>
        <pc:sldMkLst>
          <pc:docMk/>
          <pc:sldMk cId="0" sldId="261"/>
        </pc:sldMkLst>
        <pc:spChg chg="del mod">
          <ac:chgData name="mohamedamine.maddouri" userId="296b53f2-763e-4332-aa01-83783916e159" providerId="ADAL" clId="{52050FC3-C97C-4944-B126-455B47D90395}" dt="2026-10-10T15:56:41.238" v="297" actId="478"/>
          <ac:spMkLst>
            <pc:docMk/>
            <pc:sldMk cId="0" sldId="261"/>
            <ac:spMk id="8" creationId="{C099E0D7-6B1B-2FA8-0C7F-31E5003238EC}"/>
          </ac:spMkLst>
        </pc:spChg>
        <pc:spChg chg="add mod">
          <ac:chgData name="mohamedamine.maddouri" userId="296b53f2-763e-4332-aa01-83783916e159" providerId="ADAL" clId="{52050FC3-C97C-4944-B126-455B47D90395}" dt="2026-10-11T20:14:29.821" v="315" actId="1076"/>
          <ac:spMkLst>
            <pc:docMk/>
            <pc:sldMk cId="0" sldId="261"/>
            <ac:spMk id="9" creationId="{566C17D7-C103-5A89-89DC-8B86C4A41BAB}"/>
          </ac:spMkLst>
        </pc:spChg>
        <pc:spChg chg="mod">
          <ac:chgData name="mohamedamine.maddouri" userId="296b53f2-763e-4332-aa01-83783916e159" providerId="ADAL" clId="{52050FC3-C97C-4944-B126-455B47D90395}" dt="2026-10-10T15:55:46.059" v="54"/>
          <ac:spMkLst>
            <pc:docMk/>
            <pc:sldMk cId="0" sldId="261"/>
            <ac:spMk id="19" creationId="{D21878A8-506A-20CA-4DAF-550E8F5EA4BA}"/>
          </ac:spMkLst>
        </pc:spChg>
        <pc:spChg chg="mod">
          <ac:chgData name="mohamedamine.maddouri" userId="296b53f2-763e-4332-aa01-83783916e159" providerId="ADAL" clId="{52050FC3-C97C-4944-B126-455B47D90395}" dt="2026-10-10T15:55:46.059" v="54"/>
          <ac:spMkLst>
            <pc:docMk/>
            <pc:sldMk cId="0" sldId="261"/>
            <ac:spMk id="22" creationId="{C64C2305-E2FA-C0A5-2E91-A1958E3BDDD3}"/>
          </ac:spMkLst>
        </pc:spChg>
        <pc:spChg chg="mod">
          <ac:chgData name="mohamedamine.maddouri" userId="296b53f2-763e-4332-aa01-83783916e159" providerId="ADAL" clId="{52050FC3-C97C-4944-B126-455B47D90395}" dt="2026-10-10T15:55:46.059" v="54"/>
          <ac:spMkLst>
            <pc:docMk/>
            <pc:sldMk cId="0" sldId="261"/>
            <ac:spMk id="33" creationId="{B394A60F-F755-062F-69D6-AB0C7542887A}"/>
          </ac:spMkLst>
        </pc:spChg>
        <pc:spChg chg="mod">
          <ac:chgData name="mohamedamine.maddouri" userId="296b53f2-763e-4332-aa01-83783916e159" providerId="ADAL" clId="{52050FC3-C97C-4944-B126-455B47D90395}" dt="2026-10-10T15:55:46.059" v="54"/>
          <ac:spMkLst>
            <pc:docMk/>
            <pc:sldMk cId="0" sldId="261"/>
            <ac:spMk id="34" creationId="{B2EFF88B-E0AD-4CA5-F71C-6427A05D0483}"/>
          </ac:spMkLst>
        </pc:spChg>
        <pc:spChg chg="mod">
          <ac:chgData name="mohamedamine.maddouri" userId="296b53f2-763e-4332-aa01-83783916e159" providerId="ADAL" clId="{52050FC3-C97C-4944-B126-455B47D90395}" dt="2026-10-10T15:55:46.059" v="54"/>
          <ac:spMkLst>
            <pc:docMk/>
            <pc:sldMk cId="0" sldId="261"/>
            <ac:spMk id="36" creationId="{48910921-C894-FEB7-A983-052F51A72C6D}"/>
          </ac:spMkLst>
        </pc:spChg>
        <pc:spChg chg="del mod">
          <ac:chgData name="mohamedamine.maddouri" userId="296b53f2-763e-4332-aa01-83783916e159" providerId="ADAL" clId="{52050FC3-C97C-4944-B126-455B47D90395}" dt="2026-10-10T15:56:36.723" v="295" actId="478"/>
          <ac:spMkLst>
            <pc:docMk/>
            <pc:sldMk cId="0" sldId="261"/>
            <ac:spMk id="45" creationId="{7A97C7A0-2814-3F44-6045-4209AAB01ACC}"/>
          </ac:spMkLst>
        </pc:spChg>
        <pc:spChg chg="mod">
          <ac:chgData name="mohamedamine.maddouri" userId="296b53f2-763e-4332-aa01-83783916e159" providerId="ADAL" clId="{52050FC3-C97C-4944-B126-455B47D90395}" dt="2026-10-10T15:55:46.059" v="54"/>
          <ac:spMkLst>
            <pc:docMk/>
            <pc:sldMk cId="0" sldId="261"/>
            <ac:spMk id="47" creationId="{F84293D2-A3D7-9E09-9060-24D092491AD9}"/>
          </ac:spMkLst>
        </pc:spChg>
        <pc:spChg chg="del mod">
          <ac:chgData name="mohamedamine.maddouri" userId="296b53f2-763e-4332-aa01-83783916e159" providerId="ADAL" clId="{52050FC3-C97C-4944-B126-455B47D90395}" dt="2026-10-10T15:56:41.238" v="297" actId="478"/>
          <ac:spMkLst>
            <pc:docMk/>
            <pc:sldMk cId="0" sldId="261"/>
            <ac:spMk id="52" creationId="{1B22C688-3F68-7768-4813-F8CFEDD85977}"/>
          </ac:spMkLst>
        </pc:spChg>
        <pc:spChg chg="del mod">
          <ac:chgData name="mohamedamine.maddouri" userId="296b53f2-763e-4332-aa01-83783916e159" providerId="ADAL" clId="{52050FC3-C97C-4944-B126-455B47D90395}" dt="2026-10-10T15:56:41.238" v="297" actId="478"/>
          <ac:spMkLst>
            <pc:docMk/>
            <pc:sldMk cId="0" sldId="261"/>
            <ac:spMk id="53" creationId="{813340B3-862A-6327-946E-48C6EB33C3D4}"/>
          </ac:spMkLst>
        </pc:spChg>
        <pc:spChg chg="del mod">
          <ac:chgData name="mohamedamine.maddouri" userId="296b53f2-763e-4332-aa01-83783916e159" providerId="ADAL" clId="{52050FC3-C97C-4944-B126-455B47D90395}" dt="2026-10-10T15:56:41.238" v="297" actId="478"/>
          <ac:spMkLst>
            <pc:docMk/>
            <pc:sldMk cId="0" sldId="261"/>
            <ac:spMk id="54" creationId="{D96C4C40-6DD8-3550-3468-53F6A17C200B}"/>
          </ac:spMkLst>
        </pc:spChg>
        <pc:spChg chg="del mod">
          <ac:chgData name="mohamedamine.maddouri" userId="296b53f2-763e-4332-aa01-83783916e159" providerId="ADAL" clId="{52050FC3-C97C-4944-B126-455B47D90395}" dt="2026-10-10T15:56:41.238" v="297" actId="478"/>
          <ac:spMkLst>
            <pc:docMk/>
            <pc:sldMk cId="0" sldId="261"/>
            <ac:spMk id="55" creationId="{A51571E3-A503-F7AC-A9C7-57A58332582C}"/>
          </ac:spMkLst>
        </pc:spChg>
        <pc:spChg chg="del mod">
          <ac:chgData name="mohamedamine.maddouri" userId="296b53f2-763e-4332-aa01-83783916e159" providerId="ADAL" clId="{52050FC3-C97C-4944-B126-455B47D90395}" dt="2026-10-10T15:56:41.238" v="297" actId="478"/>
          <ac:spMkLst>
            <pc:docMk/>
            <pc:sldMk cId="0" sldId="261"/>
            <ac:spMk id="56" creationId="{4B0F4913-5D52-EEFD-D5B6-371F7BC0DDBD}"/>
          </ac:spMkLst>
        </pc:spChg>
        <pc:spChg chg="del mod">
          <ac:chgData name="mohamedamine.maddouri" userId="296b53f2-763e-4332-aa01-83783916e159" providerId="ADAL" clId="{52050FC3-C97C-4944-B126-455B47D90395}" dt="2026-10-10T15:56:41.238" v="297" actId="478"/>
          <ac:spMkLst>
            <pc:docMk/>
            <pc:sldMk cId="0" sldId="261"/>
            <ac:spMk id="59" creationId="{69DFA23C-4C34-26A0-C838-C41198B694F0}"/>
          </ac:spMkLst>
        </pc:spChg>
        <pc:spChg chg="del">
          <ac:chgData name="mohamedamine.maddouri" userId="296b53f2-763e-4332-aa01-83783916e159" providerId="ADAL" clId="{52050FC3-C97C-4944-B126-455B47D90395}" dt="2026-10-10T15:55:39.461" v="49" actId="478"/>
          <ac:spMkLst>
            <pc:docMk/>
            <pc:sldMk cId="0" sldId="261"/>
            <ac:spMk id="93" creationId="{576CF5B0-E0BF-414B-25D5-AEC8C8B3C011}"/>
          </ac:spMkLst>
        </pc:spChg>
        <pc:spChg chg="del">
          <ac:chgData name="mohamedamine.maddouri" userId="296b53f2-763e-4332-aa01-83783916e159" providerId="ADAL" clId="{52050FC3-C97C-4944-B126-455B47D90395}" dt="2026-10-10T15:55:39.461" v="49" actId="478"/>
          <ac:spMkLst>
            <pc:docMk/>
            <pc:sldMk cId="0" sldId="261"/>
            <ac:spMk id="94" creationId="{B4B4AFE3-8272-B774-3302-763665C322DA}"/>
          </ac:spMkLst>
        </pc:spChg>
        <pc:spChg chg="del">
          <ac:chgData name="mohamedamine.maddouri" userId="296b53f2-763e-4332-aa01-83783916e159" providerId="ADAL" clId="{52050FC3-C97C-4944-B126-455B47D90395}" dt="2026-10-10T15:56:41.238" v="297" actId="478"/>
          <ac:spMkLst>
            <pc:docMk/>
            <pc:sldMk cId="0" sldId="261"/>
            <ac:spMk id="95" creationId="{39D33E7B-B0E3-79DB-AC60-D73C1B9EBA82}"/>
          </ac:spMkLst>
        </pc:spChg>
        <pc:spChg chg="del">
          <ac:chgData name="mohamedamine.maddouri" userId="296b53f2-763e-4332-aa01-83783916e159" providerId="ADAL" clId="{52050FC3-C97C-4944-B126-455B47D90395}" dt="2026-10-10T15:55:39.461" v="49" actId="478"/>
          <ac:spMkLst>
            <pc:docMk/>
            <pc:sldMk cId="0" sldId="261"/>
            <ac:spMk id="96" creationId="{3F7721E9-4B34-3CC9-5504-59707039D562}"/>
          </ac:spMkLst>
        </pc:spChg>
        <pc:spChg chg="del">
          <ac:chgData name="mohamedamine.maddouri" userId="296b53f2-763e-4332-aa01-83783916e159" providerId="ADAL" clId="{52050FC3-C97C-4944-B126-455B47D90395}" dt="2026-10-10T15:55:39.461" v="49" actId="478"/>
          <ac:spMkLst>
            <pc:docMk/>
            <pc:sldMk cId="0" sldId="261"/>
            <ac:spMk id="97" creationId="{987DDF56-7878-5DF8-D899-7E3502D1C37E}"/>
          </ac:spMkLst>
        </pc:spChg>
        <pc:spChg chg="del">
          <ac:chgData name="mohamedamine.maddouri" userId="296b53f2-763e-4332-aa01-83783916e159" providerId="ADAL" clId="{52050FC3-C97C-4944-B126-455B47D90395}" dt="2026-10-10T15:55:39.461" v="49" actId="478"/>
          <ac:spMkLst>
            <pc:docMk/>
            <pc:sldMk cId="0" sldId="261"/>
            <ac:spMk id="98" creationId="{F6026916-7D4D-58C8-D378-B188533BDF2E}"/>
          </ac:spMkLst>
        </pc:spChg>
        <pc:spChg chg="del">
          <ac:chgData name="mohamedamine.maddouri" userId="296b53f2-763e-4332-aa01-83783916e159" providerId="ADAL" clId="{52050FC3-C97C-4944-B126-455B47D90395}" dt="2026-10-10T15:55:39.461" v="49" actId="478"/>
          <ac:spMkLst>
            <pc:docMk/>
            <pc:sldMk cId="0" sldId="261"/>
            <ac:spMk id="99" creationId="{2F8BB12C-E1A2-077F-ACEA-1F1CB67622EE}"/>
          </ac:spMkLst>
        </pc:spChg>
        <pc:spChg chg="del">
          <ac:chgData name="mohamedamine.maddouri" userId="296b53f2-763e-4332-aa01-83783916e159" providerId="ADAL" clId="{52050FC3-C97C-4944-B126-455B47D90395}" dt="2026-10-10T15:55:39.461" v="49" actId="478"/>
          <ac:spMkLst>
            <pc:docMk/>
            <pc:sldMk cId="0" sldId="261"/>
            <ac:spMk id="100" creationId="{B5645411-39C6-3C14-EE27-F575E2EA7E19}"/>
          </ac:spMkLst>
        </pc:spChg>
        <pc:spChg chg="mod">
          <ac:chgData name="mohamedamine.maddouri" userId="296b53f2-763e-4332-aa01-83783916e159" providerId="ADAL" clId="{52050FC3-C97C-4944-B126-455B47D90395}" dt="2026-10-10T15:56:01.877" v="290" actId="1037"/>
          <ac:spMkLst>
            <pc:docMk/>
            <pc:sldMk cId="0" sldId="261"/>
            <ac:spMk id="101" creationId="{87FC0A02-2025-0845-B609-D27F6D384A98}"/>
          </ac:spMkLst>
        </pc:spChg>
        <pc:spChg chg="del mod">
          <ac:chgData name="mohamedamine.maddouri" userId="296b53f2-763e-4332-aa01-83783916e159" providerId="ADAL" clId="{52050FC3-C97C-4944-B126-455B47D90395}" dt="2026-10-10T15:56:41.238" v="297" actId="478"/>
          <ac:spMkLst>
            <pc:docMk/>
            <pc:sldMk cId="0" sldId="261"/>
            <ac:spMk id="102" creationId="{39D62455-BFBB-2A23-DE89-416CA251C2A7}"/>
          </ac:spMkLst>
        </pc:spChg>
        <pc:spChg chg="add del mod">
          <ac:chgData name="mohamedamine.maddouri" userId="296b53f2-763e-4332-aa01-83783916e159" providerId="ADAL" clId="{52050FC3-C97C-4944-B126-455B47D90395}" dt="2026-10-11T20:14:10.415" v="313" actId="478"/>
          <ac:spMkLst>
            <pc:docMk/>
            <pc:sldMk cId="0" sldId="261"/>
            <ac:spMk id="103" creationId="{7CA3005A-DAFE-FDBC-5BA0-D7389C473FC6}"/>
          </ac:spMkLst>
        </pc:spChg>
        <pc:spChg chg="mod">
          <ac:chgData name="mohamedamine.maddouri" userId="296b53f2-763e-4332-aa01-83783916e159" providerId="ADAL" clId="{52050FC3-C97C-4944-B126-455B47D90395}" dt="2026-10-10T15:55:46.059" v="54"/>
          <ac:spMkLst>
            <pc:docMk/>
            <pc:sldMk cId="0" sldId="261"/>
            <ac:spMk id="108" creationId="{09B02607-143D-513E-D411-365471A4C094}"/>
          </ac:spMkLst>
        </pc:spChg>
        <pc:spChg chg="mod">
          <ac:chgData name="mohamedamine.maddouri" userId="296b53f2-763e-4332-aa01-83783916e159" providerId="ADAL" clId="{52050FC3-C97C-4944-B126-455B47D90395}" dt="2026-10-10T15:55:46.059" v="54"/>
          <ac:spMkLst>
            <pc:docMk/>
            <pc:sldMk cId="0" sldId="261"/>
            <ac:spMk id="112" creationId="{9A110E31-491A-B6F3-E1E2-B5555D71F46D}"/>
          </ac:spMkLst>
        </pc:spChg>
        <pc:spChg chg="add del mod">
          <ac:chgData name="mohamedamine.maddouri" userId="296b53f2-763e-4332-aa01-83783916e159" providerId="ADAL" clId="{52050FC3-C97C-4944-B126-455B47D90395}" dt="2026-10-10T15:56:41.238" v="297" actId="478"/>
          <ac:spMkLst>
            <pc:docMk/>
            <pc:sldMk cId="0" sldId="261"/>
            <ac:spMk id="113" creationId="{BC998100-D686-52F8-7731-EC09B37F7F4A}"/>
          </ac:spMkLst>
        </pc:spChg>
        <pc:grpChg chg="del">
          <ac:chgData name="mohamedamine.maddouri" userId="296b53f2-763e-4332-aa01-83783916e159" providerId="ADAL" clId="{52050FC3-C97C-4944-B126-455B47D90395}" dt="2026-10-10T15:56:33.165" v="293" actId="478"/>
          <ac:grpSpMkLst>
            <pc:docMk/>
            <pc:sldMk cId="0" sldId="261"/>
            <ac:grpSpMk id="24" creationId="{FD0888E5-933E-7F1C-49B9-EFA1E3DCF6A5}"/>
          </ac:grpSpMkLst>
        </pc:grpChg>
        <pc:grpChg chg="del">
          <ac:chgData name="mohamedamine.maddouri" userId="296b53f2-763e-4332-aa01-83783916e159" providerId="ADAL" clId="{52050FC3-C97C-4944-B126-455B47D90395}" dt="2026-10-10T15:56:33.165" v="293" actId="478"/>
          <ac:grpSpMkLst>
            <pc:docMk/>
            <pc:sldMk cId="0" sldId="261"/>
            <ac:grpSpMk id="30" creationId="{E1174877-B33A-15B8-DF2E-2543E47C0432}"/>
          </ac:grpSpMkLst>
        </pc:grpChg>
        <pc:grpChg chg="del">
          <ac:chgData name="mohamedamine.maddouri" userId="296b53f2-763e-4332-aa01-83783916e159" providerId="ADAL" clId="{52050FC3-C97C-4944-B126-455B47D90395}" dt="2026-10-10T15:56:33.165" v="293" actId="478"/>
          <ac:grpSpMkLst>
            <pc:docMk/>
            <pc:sldMk cId="0" sldId="261"/>
            <ac:grpSpMk id="37" creationId="{2269E052-EA99-0042-847F-435AF8C763BB}"/>
          </ac:grpSpMkLst>
        </pc:grpChg>
        <pc:grpChg chg="del">
          <ac:chgData name="mohamedamine.maddouri" userId="296b53f2-763e-4332-aa01-83783916e159" providerId="ADAL" clId="{52050FC3-C97C-4944-B126-455B47D90395}" dt="2026-10-10T15:56:39.215" v="296" actId="478"/>
          <ac:grpSpMkLst>
            <pc:docMk/>
            <pc:sldMk cId="0" sldId="261"/>
            <ac:grpSpMk id="43" creationId="{53ECF912-D226-33F1-8A46-892B70B27F3A}"/>
          </ac:grpSpMkLst>
        </pc:grpChg>
        <pc:grpChg chg="del mod">
          <ac:chgData name="mohamedamine.maddouri" userId="296b53f2-763e-4332-aa01-83783916e159" providerId="ADAL" clId="{52050FC3-C97C-4944-B126-455B47D90395}" dt="2026-10-10T15:55:45.128" v="53" actId="478"/>
          <ac:grpSpMkLst>
            <pc:docMk/>
            <pc:sldMk cId="0" sldId="261"/>
            <ac:grpSpMk id="57" creationId="{4ADA4FEF-C141-E5FE-5A55-47D875EB6BEC}"/>
          </ac:grpSpMkLst>
        </pc:grpChg>
        <pc:grpChg chg="del">
          <ac:chgData name="mohamedamine.maddouri" userId="296b53f2-763e-4332-aa01-83783916e159" providerId="ADAL" clId="{52050FC3-C97C-4944-B126-455B47D90395}" dt="2026-10-10T15:55:39.461" v="49" actId="478"/>
          <ac:grpSpMkLst>
            <pc:docMk/>
            <pc:sldMk cId="0" sldId="261"/>
            <ac:grpSpMk id="60" creationId="{275550E6-5A7A-A4B4-46E7-FC92311834F6}"/>
          </ac:grpSpMkLst>
        </pc:grpChg>
        <pc:grpChg chg="del">
          <ac:chgData name="mohamedamine.maddouri" userId="296b53f2-763e-4332-aa01-83783916e159" providerId="ADAL" clId="{52050FC3-C97C-4944-B126-455B47D90395}" dt="2026-10-10T15:55:39.461" v="49" actId="478"/>
          <ac:grpSpMkLst>
            <pc:docMk/>
            <pc:sldMk cId="0" sldId="261"/>
            <ac:grpSpMk id="63" creationId="{BC0F1794-F713-2161-5376-5A3777E0A074}"/>
          </ac:grpSpMkLst>
        </pc:grpChg>
        <pc:grpChg chg="del">
          <ac:chgData name="mohamedamine.maddouri" userId="296b53f2-763e-4332-aa01-83783916e159" providerId="ADAL" clId="{52050FC3-C97C-4944-B126-455B47D90395}" dt="2026-10-10T15:55:39.461" v="49" actId="478"/>
          <ac:grpSpMkLst>
            <pc:docMk/>
            <pc:sldMk cId="0" sldId="261"/>
            <ac:grpSpMk id="66" creationId="{8499F65C-8898-0DA3-85CB-9DFD67E9A47E}"/>
          </ac:grpSpMkLst>
        </pc:grpChg>
        <pc:grpChg chg="del mod">
          <ac:chgData name="mohamedamine.maddouri" userId="296b53f2-763e-4332-aa01-83783916e159" providerId="ADAL" clId="{52050FC3-C97C-4944-B126-455B47D90395}" dt="2026-10-10T15:55:41.586" v="51" actId="478"/>
          <ac:grpSpMkLst>
            <pc:docMk/>
            <pc:sldMk cId="0" sldId="261"/>
            <ac:grpSpMk id="69" creationId="{E67DBAA9-C61D-6AE0-F5BB-EE5B78366FA1}"/>
          </ac:grpSpMkLst>
        </pc:grpChg>
        <pc:grpChg chg="del">
          <ac:chgData name="mohamedamine.maddouri" userId="296b53f2-763e-4332-aa01-83783916e159" providerId="ADAL" clId="{52050FC3-C97C-4944-B126-455B47D90395}" dt="2026-10-10T15:55:45.128" v="53" actId="478"/>
          <ac:grpSpMkLst>
            <pc:docMk/>
            <pc:sldMk cId="0" sldId="261"/>
            <ac:grpSpMk id="75" creationId="{0B1D28E2-6492-EF75-FADE-8946D092524D}"/>
          </ac:grpSpMkLst>
        </pc:grpChg>
        <pc:grpChg chg="del">
          <ac:chgData name="mohamedamine.maddouri" userId="296b53f2-763e-4332-aa01-83783916e159" providerId="ADAL" clId="{52050FC3-C97C-4944-B126-455B47D90395}" dt="2026-10-10T15:55:45.128" v="53" actId="478"/>
          <ac:grpSpMkLst>
            <pc:docMk/>
            <pc:sldMk cId="0" sldId="261"/>
            <ac:grpSpMk id="81" creationId="{74FC4CA4-B7B6-D0A1-A09D-C7B4EEC1038C}"/>
          </ac:grpSpMkLst>
        </pc:grpChg>
        <pc:grpChg chg="del">
          <ac:chgData name="mohamedamine.maddouri" userId="296b53f2-763e-4332-aa01-83783916e159" providerId="ADAL" clId="{52050FC3-C97C-4944-B126-455B47D90395}" dt="2026-10-10T15:55:45.128" v="53" actId="478"/>
          <ac:grpSpMkLst>
            <pc:docMk/>
            <pc:sldMk cId="0" sldId="261"/>
            <ac:grpSpMk id="87" creationId="{56F3F21B-113D-D216-E7B6-10F947D7D6D7}"/>
          </ac:grpSpMkLst>
        </pc:grpChg>
        <pc:grpChg chg="del">
          <ac:chgData name="mohamedamine.maddouri" userId="296b53f2-763e-4332-aa01-83783916e159" providerId="ADAL" clId="{52050FC3-C97C-4944-B126-455B47D90395}" dt="2026-10-10T15:56:33.165" v="293" actId="478"/>
          <ac:grpSpMkLst>
            <pc:docMk/>
            <pc:sldMk cId="0" sldId="261"/>
            <ac:grpSpMk id="104" creationId="{1504E702-A8F9-B9B8-AC8E-45C7E74B56D9}"/>
          </ac:grpSpMkLst>
        </pc:grpChg>
        <pc:picChg chg="del">
          <ac:chgData name="mohamedamine.maddouri" userId="296b53f2-763e-4332-aa01-83783916e159" providerId="ADAL" clId="{52050FC3-C97C-4944-B126-455B47D90395}" dt="2026-10-10T15:56:42.619" v="298" actId="478"/>
          <ac:picMkLst>
            <pc:docMk/>
            <pc:sldMk cId="0" sldId="261"/>
            <ac:picMk id="9" creationId="{1ED61954-4CB2-6802-7E92-99D00B705B59}"/>
          </ac:picMkLst>
        </pc:picChg>
      </pc:sldChg>
      <pc:sldChg chg="modSp mod">
        <pc:chgData name="mohamedamine.maddouri" userId="296b53f2-763e-4332-aa01-83783916e159" providerId="ADAL" clId="{52050FC3-C97C-4944-B126-455B47D90395}" dt="2026-10-11T20:12:15.499" v="300" actId="1076"/>
        <pc:sldMkLst>
          <pc:docMk/>
          <pc:sldMk cId="300066359" sldId="368"/>
        </pc:sldMkLst>
        <pc:spChg chg="mod">
          <ac:chgData name="mohamedamine.maddouri" userId="296b53f2-763e-4332-aa01-83783916e159" providerId="ADAL" clId="{52050FC3-C97C-4944-B126-455B47D90395}" dt="2026-10-11T20:12:15.499" v="300" actId="1076"/>
          <ac:spMkLst>
            <pc:docMk/>
            <pc:sldMk cId="300066359" sldId="368"/>
            <ac:spMk id="25" creationId="{40DC4FE8-4379-9051-09EA-EE7F2F8C230C}"/>
          </ac:spMkLst>
        </pc:spChg>
      </pc:sldChg>
      <pc:sldChg chg="modSp mod">
        <pc:chgData name="mohamedamine.maddouri" userId="296b53f2-763e-4332-aa01-83783916e159" providerId="ADAL" clId="{52050FC3-C97C-4944-B126-455B47D90395}" dt="2026-10-11T20:12:27.013" v="301" actId="1076"/>
        <pc:sldMkLst>
          <pc:docMk/>
          <pc:sldMk cId="3718051707" sldId="370"/>
        </pc:sldMkLst>
        <pc:spChg chg="mod">
          <ac:chgData name="mohamedamine.maddouri" userId="296b53f2-763e-4332-aa01-83783916e159" providerId="ADAL" clId="{52050FC3-C97C-4944-B126-455B47D90395}" dt="2026-10-11T20:12:27.013" v="301" actId="1076"/>
          <ac:spMkLst>
            <pc:docMk/>
            <pc:sldMk cId="3718051707" sldId="370"/>
            <ac:spMk id="25" creationId="{B242E266-2D31-9076-77B3-C495F08B0E9B}"/>
          </ac:spMkLst>
        </pc:spChg>
      </pc:sldChg>
      <pc:sldChg chg="modTransition">
        <pc:chgData name="mohamedamine.maddouri" userId="296b53f2-763e-4332-aa01-83783916e159" providerId="ADAL" clId="{52050FC3-C97C-4944-B126-455B47D90395}" dt="2026-10-11T20:15:32.352" v="325"/>
        <pc:sldMkLst>
          <pc:docMk/>
          <pc:sldMk cId="2533728520" sldId="374"/>
        </pc:sldMkLst>
      </pc:sldChg>
      <pc:sldChg chg="modTransition">
        <pc:chgData name="mohamedamine.maddouri" userId="296b53f2-763e-4332-aa01-83783916e159" providerId="ADAL" clId="{52050FC3-C97C-4944-B126-455B47D90395}" dt="2026-10-11T20:15:10.215" v="321"/>
        <pc:sldMkLst>
          <pc:docMk/>
          <pc:sldMk cId="1080874427" sldId="376"/>
        </pc:sldMkLst>
      </pc:sldChg>
      <pc:sldChg chg="addSp modSp mod">
        <pc:chgData name="mohamedamine.maddouri" userId="296b53f2-763e-4332-aa01-83783916e159" providerId="ADAL" clId="{52050FC3-C97C-4944-B126-455B47D90395}" dt="2026-10-11T20:16:26.843" v="451" actId="1037"/>
        <pc:sldMkLst>
          <pc:docMk/>
          <pc:sldMk cId="4223546210" sldId="381"/>
        </pc:sldMkLst>
        <pc:picChg chg="add mod">
          <ac:chgData name="mohamedamine.maddouri" userId="296b53f2-763e-4332-aa01-83783916e159" providerId="ADAL" clId="{52050FC3-C97C-4944-B126-455B47D90395}" dt="2026-10-11T20:16:26.843" v="451" actId="1037"/>
          <ac:picMkLst>
            <pc:docMk/>
            <pc:sldMk cId="4223546210" sldId="381"/>
            <ac:picMk id="3" creationId="{2DDF7B37-355F-CC40-DAF5-6C83ABC3E48F}"/>
          </ac:picMkLst>
        </pc:picChg>
      </pc:sldChg>
      <pc:sldChg chg="modTransition">
        <pc:chgData name="mohamedamine.maddouri" userId="296b53f2-763e-4332-aa01-83783916e159" providerId="ADAL" clId="{52050FC3-C97C-4944-B126-455B47D90395}" dt="2026-10-11T20:15:37.680" v="329"/>
        <pc:sldMkLst>
          <pc:docMk/>
          <pc:sldMk cId="180052311" sldId="384"/>
        </pc:sldMkLst>
      </pc:sldChg>
      <pc:sldChg chg="addSp delSp modSp mod">
        <pc:chgData name="mohamedamine.maddouri" userId="296b53f2-763e-4332-aa01-83783916e159" providerId="ADAL" clId="{52050FC3-C97C-4944-B126-455B47D90395}" dt="2026-10-11T20:17:03.633" v="534" actId="21"/>
        <pc:sldMkLst>
          <pc:docMk/>
          <pc:sldMk cId="1557206270" sldId="391"/>
        </pc:sldMkLst>
        <pc:spChg chg="mod">
          <ac:chgData name="mohamedamine.maddouri" userId="296b53f2-763e-4332-aa01-83783916e159" providerId="ADAL" clId="{52050FC3-C97C-4944-B126-455B47D90395}" dt="2026-10-10T15:33:29.802" v="3" actId="20577"/>
          <ac:spMkLst>
            <pc:docMk/>
            <pc:sldMk cId="1557206270" sldId="391"/>
            <ac:spMk id="5" creationId="{634381CF-12CB-DD40-37C3-CBA4C912558E}"/>
          </ac:spMkLst>
        </pc:spChg>
        <pc:grpChg chg="add del">
          <ac:chgData name="mohamedamine.maddouri" userId="296b53f2-763e-4332-aa01-83783916e159" providerId="ADAL" clId="{52050FC3-C97C-4944-B126-455B47D90395}" dt="2026-10-11T20:17:03.633" v="534" actId="21"/>
          <ac:grpSpMkLst>
            <pc:docMk/>
            <pc:sldMk cId="1557206270" sldId="391"/>
            <ac:grpSpMk id="13" creationId="{D73274B2-7515-479B-5ABE-DD2BD7181E97}"/>
          </ac:grpSpMkLst>
        </pc:grpChg>
        <pc:picChg chg="add mod">
          <ac:chgData name="mohamedamine.maddouri" userId="296b53f2-763e-4332-aa01-83783916e159" providerId="ADAL" clId="{52050FC3-C97C-4944-B126-455B47D90395}" dt="2026-10-11T20:16:43.899" v="532" actId="1038"/>
          <ac:picMkLst>
            <pc:docMk/>
            <pc:sldMk cId="1557206270" sldId="391"/>
            <ac:picMk id="25" creationId="{A3AC46AD-2177-2D9E-7E6B-68AACA3EEF79}"/>
          </ac:picMkLst>
        </pc:picChg>
      </pc:sldChg>
      <pc:sldChg chg="modSp mod">
        <pc:chgData name="mohamedamine.maddouri" userId="296b53f2-763e-4332-aa01-83783916e159" providerId="ADAL" clId="{52050FC3-C97C-4944-B126-455B47D90395}" dt="2026-10-10T15:22:59.029" v="0" actId="1440"/>
        <pc:sldMkLst>
          <pc:docMk/>
          <pc:sldMk cId="1983491818" sldId="402"/>
        </pc:sldMkLst>
        <pc:picChg chg="mod">
          <ac:chgData name="mohamedamine.maddouri" userId="296b53f2-763e-4332-aa01-83783916e159" providerId="ADAL" clId="{52050FC3-C97C-4944-B126-455B47D90395}" dt="2026-10-10T15:22:59.029" v="0" actId="1440"/>
          <ac:picMkLst>
            <pc:docMk/>
            <pc:sldMk cId="1983491818" sldId="402"/>
            <ac:picMk id="37" creationId="{BF5A5371-B13E-C8CE-5CFE-DA622F0FDED5}"/>
          </ac:picMkLst>
        </pc:picChg>
      </pc:sldChg>
      <pc:sldChg chg="delSp mod">
        <pc:chgData name="mohamedamine.maddouri" userId="296b53f2-763e-4332-aa01-83783916e159" providerId="ADAL" clId="{52050FC3-C97C-4944-B126-455B47D90395}" dt="2026-10-11T20:23:52.351" v="735" actId="478"/>
        <pc:sldMkLst>
          <pc:docMk/>
          <pc:sldMk cId="2655830711" sldId="418"/>
        </pc:sldMkLst>
        <pc:picChg chg="del">
          <ac:chgData name="mohamedamine.maddouri" userId="296b53f2-763e-4332-aa01-83783916e159" providerId="ADAL" clId="{52050FC3-C97C-4944-B126-455B47D90395}" dt="2026-10-11T20:23:52.351" v="735" actId="478"/>
          <ac:picMkLst>
            <pc:docMk/>
            <pc:sldMk cId="2655830711" sldId="418"/>
            <ac:picMk id="66" creationId="{7A837883-690A-9725-4845-280BC8149223}"/>
          </ac:picMkLst>
        </pc:picChg>
      </pc:sldChg>
      <pc:sldChg chg="addSp delSp modSp mod">
        <pc:chgData name="mohamedamine.maddouri" userId="296b53f2-763e-4332-aa01-83783916e159" providerId="ADAL" clId="{52050FC3-C97C-4944-B126-455B47D90395}" dt="2026-10-11T20:18:53.531" v="734" actId="14100"/>
        <pc:sldMkLst>
          <pc:docMk/>
          <pc:sldMk cId="1811164395" sldId="423"/>
        </pc:sldMkLst>
        <pc:spChg chg="mod">
          <ac:chgData name="mohamedamine.maddouri" userId="296b53f2-763e-4332-aa01-83783916e159" providerId="ADAL" clId="{52050FC3-C97C-4944-B126-455B47D90395}" dt="2026-10-11T20:17:08.531" v="535"/>
          <ac:spMkLst>
            <pc:docMk/>
            <pc:sldMk cId="1811164395" sldId="423"/>
            <ac:spMk id="2" creationId="{5AFA990B-C172-A93D-AEA5-207D99C04C4E}"/>
          </ac:spMkLst>
        </pc:spChg>
        <pc:spChg chg="mod">
          <ac:chgData name="mohamedamine.maddouri" userId="296b53f2-763e-4332-aa01-83783916e159" providerId="ADAL" clId="{52050FC3-C97C-4944-B126-455B47D90395}" dt="2026-10-10T15:37:14.938" v="30" actId="207"/>
          <ac:spMkLst>
            <pc:docMk/>
            <pc:sldMk cId="1811164395" sldId="423"/>
            <ac:spMk id="3" creationId="{F6198118-CBEF-E7F8-7A73-1634F85EB99F}"/>
          </ac:spMkLst>
        </pc:spChg>
        <pc:spChg chg="mod">
          <ac:chgData name="mohamedamine.maddouri" userId="296b53f2-763e-4332-aa01-83783916e159" providerId="ADAL" clId="{52050FC3-C97C-4944-B126-455B47D90395}" dt="2026-10-11T20:17:08.531" v="535"/>
          <ac:spMkLst>
            <pc:docMk/>
            <pc:sldMk cId="1811164395" sldId="423"/>
            <ac:spMk id="4" creationId="{7559C696-82DF-750A-7FC9-B43AA3E7FC95}"/>
          </ac:spMkLst>
        </pc:spChg>
        <pc:spChg chg="add del">
          <ac:chgData name="mohamedamine.maddouri" userId="296b53f2-763e-4332-aa01-83783916e159" providerId="ADAL" clId="{52050FC3-C97C-4944-B126-455B47D90395}" dt="2026-10-10T15:34:43.647" v="23" actId="22"/>
          <ac:spMkLst>
            <pc:docMk/>
            <pc:sldMk cId="1811164395" sldId="423"/>
            <ac:spMk id="4" creationId="{A0C356DB-6F19-8ECF-9110-A7A4E1DC8AB7}"/>
          </ac:spMkLst>
        </pc:spChg>
        <pc:spChg chg="mod">
          <ac:chgData name="mohamedamine.maddouri" userId="296b53f2-763e-4332-aa01-83783916e159" providerId="ADAL" clId="{52050FC3-C97C-4944-B126-455B47D90395}" dt="2026-10-10T15:37:14.938" v="30" actId="207"/>
          <ac:spMkLst>
            <pc:docMk/>
            <pc:sldMk cId="1811164395" sldId="423"/>
            <ac:spMk id="5" creationId="{BC286835-BF8A-A1F5-FABD-204CCDD8E83E}"/>
          </ac:spMkLst>
        </pc:spChg>
        <pc:spChg chg="add del mod">
          <ac:chgData name="mohamedamine.maddouri" userId="296b53f2-763e-4332-aa01-83783916e159" providerId="ADAL" clId="{52050FC3-C97C-4944-B126-455B47D90395}" dt="2026-10-10T15:34:42.576" v="21" actId="22"/>
          <ac:spMkLst>
            <pc:docMk/>
            <pc:sldMk cId="1811164395" sldId="423"/>
            <ac:spMk id="6" creationId="{671EF07F-2448-4486-332C-799285504653}"/>
          </ac:spMkLst>
        </pc:spChg>
        <pc:spChg chg="add mod">
          <ac:chgData name="mohamedamine.maddouri" userId="296b53f2-763e-4332-aa01-83783916e159" providerId="ADAL" clId="{52050FC3-C97C-4944-B126-455B47D90395}" dt="2026-10-10T15:37:32.377" v="34" actId="1076"/>
          <ac:spMkLst>
            <pc:docMk/>
            <pc:sldMk cId="1811164395" sldId="423"/>
            <ac:spMk id="8" creationId="{0A5D44E1-8280-DD8D-EA14-F0A038AC4D79}"/>
          </ac:spMkLst>
        </pc:spChg>
        <pc:spChg chg="mod">
          <ac:chgData name="mohamedamine.maddouri" userId="296b53f2-763e-4332-aa01-83783916e159" providerId="ADAL" clId="{52050FC3-C97C-4944-B126-455B47D90395}" dt="2026-10-11T20:17:08.531" v="535"/>
          <ac:spMkLst>
            <pc:docMk/>
            <pc:sldMk cId="1811164395" sldId="423"/>
            <ac:spMk id="9" creationId="{84B7E943-2DBB-1757-9845-74C017227A5D}"/>
          </ac:spMkLst>
        </pc:spChg>
        <pc:spChg chg="mod">
          <ac:chgData name="mohamedamine.maddouri" userId="296b53f2-763e-4332-aa01-83783916e159" providerId="ADAL" clId="{52050FC3-C97C-4944-B126-455B47D90395}" dt="2026-10-11T20:17:08.531" v="535"/>
          <ac:spMkLst>
            <pc:docMk/>
            <pc:sldMk cId="1811164395" sldId="423"/>
            <ac:spMk id="11" creationId="{FB4D5B9C-542A-1916-0824-AE439A905024}"/>
          </ac:spMkLst>
        </pc:spChg>
        <pc:spChg chg="mod">
          <ac:chgData name="mohamedamine.maddouri" userId="296b53f2-763e-4332-aa01-83783916e159" providerId="ADAL" clId="{52050FC3-C97C-4944-B126-455B47D90395}" dt="2026-10-11T20:17:08.531" v="535"/>
          <ac:spMkLst>
            <pc:docMk/>
            <pc:sldMk cId="1811164395" sldId="423"/>
            <ac:spMk id="12" creationId="{A1C129F1-417E-BA2B-2BB9-F9F386738B6F}"/>
          </ac:spMkLst>
        </pc:spChg>
        <pc:spChg chg="mod">
          <ac:chgData name="mohamedamine.maddouri" userId="296b53f2-763e-4332-aa01-83783916e159" providerId="ADAL" clId="{52050FC3-C97C-4944-B126-455B47D90395}" dt="2026-10-11T20:17:08.531" v="535"/>
          <ac:spMkLst>
            <pc:docMk/>
            <pc:sldMk cId="1811164395" sldId="423"/>
            <ac:spMk id="14" creationId="{577E39F8-7C7B-B8CE-C46B-9205AB59F062}"/>
          </ac:spMkLst>
        </pc:spChg>
        <pc:spChg chg="mod">
          <ac:chgData name="mohamedamine.maddouri" userId="296b53f2-763e-4332-aa01-83783916e159" providerId="ADAL" clId="{52050FC3-C97C-4944-B126-455B47D90395}" dt="2026-10-11T20:17:08.531" v="535"/>
          <ac:spMkLst>
            <pc:docMk/>
            <pc:sldMk cId="1811164395" sldId="423"/>
            <ac:spMk id="15" creationId="{634381CF-12CB-DD40-37C3-CBA4C912558E}"/>
          </ac:spMkLst>
        </pc:spChg>
        <pc:spChg chg="mod">
          <ac:chgData name="mohamedamine.maddouri" userId="296b53f2-763e-4332-aa01-83783916e159" providerId="ADAL" clId="{52050FC3-C97C-4944-B126-455B47D90395}" dt="2026-10-11T20:18:53.531" v="734" actId="14100"/>
          <ac:spMkLst>
            <pc:docMk/>
            <pc:sldMk cId="1811164395" sldId="423"/>
            <ac:spMk id="36" creationId="{78144067-C231-1216-1EE3-A9D048358E2B}"/>
          </ac:spMkLst>
        </pc:spChg>
        <pc:grpChg chg="mod">
          <ac:chgData name="mohamedamine.maddouri" userId="296b53f2-763e-4332-aa01-83783916e159" providerId="ADAL" clId="{52050FC3-C97C-4944-B126-455B47D90395}" dt="2026-10-11T20:17:08.531" v="535"/>
          <ac:grpSpMkLst>
            <pc:docMk/>
            <pc:sldMk cId="1811164395" sldId="423"/>
            <ac:grpSpMk id="6" creationId="{E34B604F-3374-1953-4762-FBCE331AF3D2}"/>
          </ac:grpSpMkLst>
        </pc:grpChg>
        <pc:grpChg chg="mod">
          <ac:chgData name="mohamedamine.maddouri" userId="296b53f2-763e-4332-aa01-83783916e159" providerId="ADAL" clId="{52050FC3-C97C-4944-B126-455B47D90395}" dt="2026-10-11T20:17:08.531" v="535"/>
          <ac:grpSpMkLst>
            <pc:docMk/>
            <pc:sldMk cId="1811164395" sldId="423"/>
            <ac:grpSpMk id="10" creationId="{443BDFCF-4738-7AF2-A678-277CDD6FB6A3}"/>
          </ac:grpSpMkLst>
        </pc:grpChg>
        <pc:grpChg chg="add mod">
          <ac:chgData name="mohamedamine.maddouri" userId="296b53f2-763e-4332-aa01-83783916e159" providerId="ADAL" clId="{52050FC3-C97C-4944-B126-455B47D90395}" dt="2026-10-11T20:17:23.012" v="640" actId="1037"/>
          <ac:grpSpMkLst>
            <pc:docMk/>
            <pc:sldMk cId="1811164395" sldId="423"/>
            <ac:grpSpMk id="13" creationId="{D73274B2-7515-479B-5ABE-DD2BD7181E97}"/>
          </ac:grpSpMkLst>
        </pc:grpChg>
        <pc:picChg chg="mod">
          <ac:chgData name="mohamedamine.maddouri" userId="296b53f2-763e-4332-aa01-83783916e159" providerId="ADAL" clId="{52050FC3-C97C-4944-B126-455B47D90395}" dt="2026-10-10T15:33:36.139" v="6" actId="1076"/>
          <ac:picMkLst>
            <pc:docMk/>
            <pc:sldMk cId="1811164395" sldId="423"/>
            <ac:picMk id="37" creationId="{238D6950-3561-03DC-5657-802F48F2D648}"/>
          </ac:picMkLst>
        </pc:picChg>
      </pc:sldChg>
      <pc:sldChg chg="modSp add mod">
        <pc:chgData name="mohamedamine.maddouri" userId="296b53f2-763e-4332-aa01-83783916e159" providerId="ADAL" clId="{52050FC3-C97C-4944-B126-455B47D90395}" dt="2026-10-10T15:38:13.836" v="48" actId="1036"/>
        <pc:sldMkLst>
          <pc:docMk/>
          <pc:sldMk cId="3951899162" sldId="424"/>
        </pc:sldMkLst>
        <pc:spChg chg="mod">
          <ac:chgData name="mohamedamine.maddouri" userId="296b53f2-763e-4332-aa01-83783916e159" providerId="ADAL" clId="{52050FC3-C97C-4944-B126-455B47D90395}" dt="2026-10-10T15:38:06.065" v="42" actId="1076"/>
          <ac:spMkLst>
            <pc:docMk/>
            <pc:sldMk cId="3951899162" sldId="424"/>
            <ac:spMk id="3" creationId="{DED1217D-1CE9-ED64-6F45-DC220C82876B}"/>
          </ac:spMkLst>
        </pc:spChg>
        <pc:spChg chg="mod">
          <ac:chgData name="mohamedamine.maddouri" userId="296b53f2-763e-4332-aa01-83783916e159" providerId="ADAL" clId="{52050FC3-C97C-4944-B126-455B47D90395}" dt="2026-10-10T15:38:13.836" v="48" actId="1036"/>
          <ac:spMkLst>
            <pc:docMk/>
            <pc:sldMk cId="3951899162" sldId="424"/>
            <ac:spMk id="8" creationId="{AA5BE969-9A2F-0E58-DA75-68273E6F865E}"/>
          </ac:spMkLst>
        </pc:spChg>
      </pc:sldChg>
      <pc:sldChg chg="modSp mod">
        <pc:chgData name="mohamedamine.maddouri" userId="296b53f2-763e-4332-aa01-83783916e159" providerId="ADAL" clId="{52050FC3-C97C-4944-B126-455B47D90395}" dt="2026-10-11T20:18:47.079" v="733" actId="14100"/>
        <pc:sldMkLst>
          <pc:docMk/>
          <pc:sldMk cId="307667990" sldId="425"/>
        </pc:sldMkLst>
        <pc:spChg chg="mod">
          <ac:chgData name="mohamedamine.maddouri" userId="296b53f2-763e-4332-aa01-83783916e159" providerId="ADAL" clId="{52050FC3-C97C-4944-B126-455B47D90395}" dt="2026-10-11T20:18:47.079" v="733" actId="14100"/>
          <ac:spMkLst>
            <pc:docMk/>
            <pc:sldMk cId="307667990" sldId="425"/>
            <ac:spMk id="36" creationId="{7540AF32-0EEB-D685-9A60-F71E965C9E92}"/>
          </ac:spMkLst>
        </pc:spChg>
      </pc:sldChg>
      <pc:sldChg chg="add del">
        <pc:chgData name="mohamedamine.maddouri" userId="296b53f2-763e-4332-aa01-83783916e159" providerId="ADAL" clId="{52050FC3-C97C-4944-B126-455B47D90395}" dt="2026-10-10T15:56:46.516" v="299" actId="47"/>
        <pc:sldMkLst>
          <pc:docMk/>
          <pc:sldMk cId="2223073089" sldId="426"/>
        </pc:sldMkLst>
      </pc:sldChg>
      <pc:sldChg chg="modSp mod">
        <pc:chgData name="mohamedamine.maddouri" userId="296b53f2-763e-4332-aa01-83783916e159" providerId="ADAL" clId="{52050FC3-C97C-4944-B126-455B47D90395}" dt="2026-10-11T20:18:32.823" v="731" actId="14100"/>
        <pc:sldMkLst>
          <pc:docMk/>
          <pc:sldMk cId="2516747387" sldId="426"/>
        </pc:sldMkLst>
        <pc:spChg chg="mod">
          <ac:chgData name="mohamedamine.maddouri" userId="296b53f2-763e-4332-aa01-83783916e159" providerId="ADAL" clId="{52050FC3-C97C-4944-B126-455B47D90395}" dt="2026-10-11T20:18:32.823" v="731" actId="14100"/>
          <ac:spMkLst>
            <pc:docMk/>
            <pc:sldMk cId="2516747387" sldId="426"/>
            <ac:spMk id="27" creationId="{4B726624-DA85-7929-2F81-08D42D3FF02B}"/>
          </ac:spMkLst>
        </pc:spChg>
      </pc:sldChg>
      <pc:sldChg chg="modSp mod">
        <pc:chgData name="mohamedamine.maddouri" userId="296b53f2-763e-4332-aa01-83783916e159" providerId="ADAL" clId="{52050FC3-C97C-4944-B126-455B47D90395}" dt="2026-10-11T20:18:25.094" v="730" actId="14100"/>
        <pc:sldMkLst>
          <pc:docMk/>
          <pc:sldMk cId="4166168400" sldId="428"/>
        </pc:sldMkLst>
        <pc:spChg chg="mod">
          <ac:chgData name="mohamedamine.maddouri" userId="296b53f2-763e-4332-aa01-83783916e159" providerId="ADAL" clId="{52050FC3-C97C-4944-B126-455B47D90395}" dt="2026-10-11T20:18:25.094" v="730" actId="14100"/>
          <ac:spMkLst>
            <pc:docMk/>
            <pc:sldMk cId="4166168400" sldId="428"/>
            <ac:spMk id="36" creationId="{4562E6AD-34C7-C413-C2FE-541A1ECC982C}"/>
          </ac:spMkLst>
        </pc:spChg>
      </pc:sldChg>
      <pc:sldChg chg="modSp mod">
        <pc:chgData name="mohamedamine.maddouri" userId="296b53f2-763e-4332-aa01-83783916e159" providerId="ADAL" clId="{52050FC3-C97C-4944-B126-455B47D90395}" dt="2026-10-11T20:18:14.269" v="729" actId="14100"/>
        <pc:sldMkLst>
          <pc:docMk/>
          <pc:sldMk cId="3465083458" sldId="429"/>
        </pc:sldMkLst>
        <pc:spChg chg="mod">
          <ac:chgData name="mohamedamine.maddouri" userId="296b53f2-763e-4332-aa01-83783916e159" providerId="ADAL" clId="{52050FC3-C97C-4944-B126-455B47D90395}" dt="2026-10-11T20:18:14.269" v="729" actId="14100"/>
          <ac:spMkLst>
            <pc:docMk/>
            <pc:sldMk cId="3465083458" sldId="429"/>
            <ac:spMk id="22" creationId="{583A5A09-2771-E67E-A85F-264EB4E4CEA6}"/>
          </ac:spMkLst>
        </pc:spChg>
      </pc:sldChg>
      <pc:sldChg chg="addSp modSp mod">
        <pc:chgData name="mohamedamine.maddouri" userId="296b53f2-763e-4332-aa01-83783916e159" providerId="ADAL" clId="{52050FC3-C97C-4944-B126-455B47D90395}" dt="2026-10-11T20:18:09.040" v="728" actId="1037"/>
        <pc:sldMkLst>
          <pc:docMk/>
          <pc:sldMk cId="535585133" sldId="431"/>
        </pc:sldMkLst>
        <pc:spChg chg="mod">
          <ac:chgData name="mohamedamine.maddouri" userId="296b53f2-763e-4332-aa01-83783916e159" providerId="ADAL" clId="{52050FC3-C97C-4944-B126-455B47D90395}" dt="2026-10-11T20:17:59.813" v="641"/>
          <ac:spMkLst>
            <pc:docMk/>
            <pc:sldMk cId="535585133" sldId="431"/>
            <ac:spMk id="4" creationId="{346186FF-E57C-5CAD-A789-C656FA1CD86E}"/>
          </ac:spMkLst>
        </pc:spChg>
        <pc:spChg chg="mod">
          <ac:chgData name="mohamedamine.maddouri" userId="296b53f2-763e-4332-aa01-83783916e159" providerId="ADAL" clId="{52050FC3-C97C-4944-B126-455B47D90395}" dt="2026-10-11T20:17:59.813" v="641"/>
          <ac:spMkLst>
            <pc:docMk/>
            <pc:sldMk cId="535585133" sldId="431"/>
            <ac:spMk id="15" creationId="{CE9AE4D1-0CE8-8973-4F50-AA9AD30D3144}"/>
          </ac:spMkLst>
        </pc:spChg>
        <pc:spChg chg="mod">
          <ac:chgData name="mohamedamine.maddouri" userId="296b53f2-763e-4332-aa01-83783916e159" providerId="ADAL" clId="{52050FC3-C97C-4944-B126-455B47D90395}" dt="2026-10-11T20:17:59.813" v="641"/>
          <ac:spMkLst>
            <pc:docMk/>
            <pc:sldMk cId="535585133" sldId="431"/>
            <ac:spMk id="16" creationId="{142230BF-F6E4-57B5-BFA8-22CD76712C1C}"/>
          </ac:spMkLst>
        </pc:spChg>
        <pc:spChg chg="mod">
          <ac:chgData name="mohamedamine.maddouri" userId="296b53f2-763e-4332-aa01-83783916e159" providerId="ADAL" clId="{52050FC3-C97C-4944-B126-455B47D90395}" dt="2026-10-11T20:17:59.813" v="641"/>
          <ac:spMkLst>
            <pc:docMk/>
            <pc:sldMk cId="535585133" sldId="431"/>
            <ac:spMk id="17" creationId="{F4536AD9-BFEC-E5EB-4601-A2E16D12D908}"/>
          </ac:spMkLst>
        </pc:spChg>
        <pc:spChg chg="mod">
          <ac:chgData name="mohamedamine.maddouri" userId="296b53f2-763e-4332-aa01-83783916e159" providerId="ADAL" clId="{52050FC3-C97C-4944-B126-455B47D90395}" dt="2026-10-11T20:17:59.813" v="641"/>
          <ac:spMkLst>
            <pc:docMk/>
            <pc:sldMk cId="535585133" sldId="431"/>
            <ac:spMk id="18" creationId="{C1438378-424E-8072-9D25-0B1C7E625F7C}"/>
          </ac:spMkLst>
        </pc:spChg>
        <pc:spChg chg="mod">
          <ac:chgData name="mohamedamine.maddouri" userId="296b53f2-763e-4332-aa01-83783916e159" providerId="ADAL" clId="{52050FC3-C97C-4944-B126-455B47D90395}" dt="2026-10-11T20:17:59.813" v="641"/>
          <ac:spMkLst>
            <pc:docMk/>
            <pc:sldMk cId="535585133" sldId="431"/>
            <ac:spMk id="19" creationId="{B48F2DE5-E374-5D01-0181-938879A17393}"/>
          </ac:spMkLst>
        </pc:spChg>
        <pc:spChg chg="mod">
          <ac:chgData name="mohamedamine.maddouri" userId="296b53f2-763e-4332-aa01-83783916e159" providerId="ADAL" clId="{52050FC3-C97C-4944-B126-455B47D90395}" dt="2026-10-11T20:17:59.813" v="641"/>
          <ac:spMkLst>
            <pc:docMk/>
            <pc:sldMk cId="535585133" sldId="431"/>
            <ac:spMk id="20" creationId="{DB4BCCC7-6F1B-45A1-51EE-2F40093C9CC6}"/>
          </ac:spMkLst>
        </pc:spChg>
        <pc:grpChg chg="add mod">
          <ac:chgData name="mohamedamine.maddouri" userId="296b53f2-763e-4332-aa01-83783916e159" providerId="ADAL" clId="{52050FC3-C97C-4944-B126-455B47D90395}" dt="2026-10-11T20:18:09.040" v="728" actId="1037"/>
          <ac:grpSpMkLst>
            <pc:docMk/>
            <pc:sldMk cId="535585133" sldId="431"/>
            <ac:grpSpMk id="2" creationId="{DD59A256-FD4E-A511-6BF5-A12B89AA42D8}"/>
          </ac:grpSpMkLst>
        </pc:grpChg>
        <pc:grpChg chg="mod">
          <ac:chgData name="mohamedamine.maddouri" userId="296b53f2-763e-4332-aa01-83783916e159" providerId="ADAL" clId="{52050FC3-C97C-4944-B126-455B47D90395}" dt="2026-10-11T20:17:59.813" v="641"/>
          <ac:grpSpMkLst>
            <pc:docMk/>
            <pc:sldMk cId="535585133" sldId="431"/>
            <ac:grpSpMk id="7" creationId="{B12558CA-7DE0-E233-F3BD-C2F00E346492}"/>
          </ac:grpSpMkLst>
        </pc:grpChg>
        <pc:grpChg chg="mod">
          <ac:chgData name="mohamedamine.maddouri" userId="296b53f2-763e-4332-aa01-83783916e159" providerId="ADAL" clId="{52050FC3-C97C-4944-B126-455B47D90395}" dt="2026-10-11T20:17:59.813" v="641"/>
          <ac:grpSpMkLst>
            <pc:docMk/>
            <pc:sldMk cId="535585133" sldId="431"/>
            <ac:grpSpMk id="13" creationId="{E9F32847-B9C7-3A1A-9D9C-2446C0C5DE7D}"/>
          </ac:grpSpMkLst>
        </pc:grpChg>
      </pc:sldChg>
      <pc:sldChg chg="modSp mod">
        <pc:chgData name="mohamedamine.maddouri" userId="296b53f2-763e-4332-aa01-83783916e159" providerId="ADAL" clId="{52050FC3-C97C-4944-B126-455B47D90395}" dt="2026-10-11T20:18:42.677" v="732" actId="14100"/>
        <pc:sldMkLst>
          <pc:docMk/>
          <pc:sldMk cId="2701283105" sldId="441"/>
        </pc:sldMkLst>
        <pc:spChg chg="mod">
          <ac:chgData name="mohamedamine.maddouri" userId="296b53f2-763e-4332-aa01-83783916e159" providerId="ADAL" clId="{52050FC3-C97C-4944-B126-455B47D90395}" dt="2026-10-11T20:18:42.677" v="732" actId="14100"/>
          <ac:spMkLst>
            <pc:docMk/>
            <pc:sldMk cId="2701283105" sldId="441"/>
            <ac:spMk id="16" creationId="{C8219CF7-7862-834C-D258-48ADEE63082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TN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1CE8C-F70D-4249-B48F-02DF46090E5C}" type="datetimeFigureOut">
              <a:rPr lang="fr-TN" smtClean="0"/>
              <a:t>10/11/2026</a:t>
            </a:fld>
            <a:endParaRPr lang="fr-TN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TN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N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TN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416125-8C64-4F60-9C47-92B1855ADCC6}" type="slidenum">
              <a:rPr lang="fr-TN" smtClean="0"/>
              <a:t>‹#›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3533656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4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388199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FBAD1-3ECE-4732-B8DC-448EFAAE474D}" type="slidenum">
              <a:rPr lang="fr-TN" smtClean="0"/>
              <a:t>8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987968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DF1B1-F1EE-162E-EF13-F064942D8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28D65F9-ECF6-FAD8-2A41-F5615BE57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DA71E0C-2689-BC50-24D0-ECE1175662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7F672E2-C421-D96B-5DB1-F306ED5C67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FBAD1-3ECE-4732-B8DC-448EFAAE474D}" type="slidenum">
              <a:rPr lang="fr-TN" smtClean="0"/>
              <a:t>9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951779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66090-723E-D36B-859E-7A2A7F0FA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B672CBA-2C50-1450-1A21-9917AF8345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83F875C-C5A4-CE63-7E53-DE5514B454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1AC812B-E1AB-F41E-BC5E-611A45C1AC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FBAD1-3ECE-4732-B8DC-448EFAAE474D}" type="slidenum">
              <a:rPr lang="fr-TN" smtClean="0"/>
              <a:t>10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215055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2.svg"/><Relationship Id="rId5" Type="http://schemas.openxmlformats.org/officeDocument/2006/relationships/image" Target="../media/image6.png"/><Relationship Id="rId10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">
            <a:extLst>
              <a:ext uri="{FF2B5EF4-FFF2-40B4-BE49-F238E27FC236}">
                <a16:creationId xmlns:a16="http://schemas.microsoft.com/office/drawing/2014/main" id="{AE9CA437-38B7-E56F-F11B-521B19A9132E}"/>
              </a:ext>
            </a:extLst>
          </p:cNvPr>
          <p:cNvSpPr txBox="1"/>
          <p:nvPr/>
        </p:nvSpPr>
        <p:spPr>
          <a:xfrm>
            <a:off x="18764584" y="357867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</a:t>
            </a:r>
          </a:p>
        </p:txBody>
      </p:sp>
      <p:sp>
        <p:nvSpPr>
          <p:cNvPr id="23" name="TextBox 3">
            <a:extLst>
              <a:ext uri="{FF2B5EF4-FFF2-40B4-BE49-F238E27FC236}">
                <a16:creationId xmlns:a16="http://schemas.microsoft.com/office/drawing/2014/main" id="{9A4707ED-0BBA-017D-0A34-2084EB45D842}"/>
              </a:ext>
            </a:extLst>
          </p:cNvPr>
          <p:cNvSpPr txBox="1"/>
          <p:nvPr/>
        </p:nvSpPr>
        <p:spPr>
          <a:xfrm>
            <a:off x="-14478000" y="6518276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4</a:t>
            </a:r>
          </a:p>
        </p:txBody>
      </p:sp>
      <p:sp>
        <p:nvSpPr>
          <p:cNvPr id="24" name="TextBox 4">
            <a:extLst>
              <a:ext uri="{FF2B5EF4-FFF2-40B4-BE49-F238E27FC236}">
                <a16:creationId xmlns:a16="http://schemas.microsoft.com/office/drawing/2014/main" id="{4D7C700C-D747-AD56-403A-63ED46A66F3A}"/>
              </a:ext>
            </a:extLst>
          </p:cNvPr>
          <p:cNvSpPr txBox="1"/>
          <p:nvPr/>
        </p:nvSpPr>
        <p:spPr>
          <a:xfrm>
            <a:off x="24378868" y="357867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</a:t>
            </a:r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id="{0FD82E8A-D6F6-E705-9E9D-1191D0D12FDE}"/>
              </a:ext>
            </a:extLst>
          </p:cNvPr>
          <p:cNvSpPr txBox="1"/>
          <p:nvPr/>
        </p:nvSpPr>
        <p:spPr>
          <a:xfrm>
            <a:off x="-8863716" y="6518276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5</a:t>
            </a: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A0D0BCCB-42E3-B3FA-2EE0-84226BF1DE59}"/>
              </a:ext>
            </a:extLst>
          </p:cNvPr>
          <p:cNvSpPr txBox="1"/>
          <p:nvPr/>
        </p:nvSpPr>
        <p:spPr>
          <a:xfrm>
            <a:off x="29994559" y="357867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3</a:t>
            </a:r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919A3CB8-0F8B-E7E4-A17D-C1BB0FB730CA}"/>
              </a:ext>
            </a:extLst>
          </p:cNvPr>
          <p:cNvSpPr txBox="1"/>
          <p:nvPr/>
        </p:nvSpPr>
        <p:spPr>
          <a:xfrm>
            <a:off x="-3248025" y="6518276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6</a:t>
            </a:r>
          </a:p>
        </p:txBody>
      </p:sp>
      <p:sp>
        <p:nvSpPr>
          <p:cNvPr id="2" name="Freeform 2"/>
          <p:cNvSpPr/>
          <p:nvPr/>
        </p:nvSpPr>
        <p:spPr>
          <a:xfrm>
            <a:off x="878514" y="357867"/>
            <a:ext cx="2304716" cy="1840963"/>
          </a:xfrm>
          <a:custGeom>
            <a:avLst/>
            <a:gdLst/>
            <a:ahLst/>
            <a:cxnLst/>
            <a:rect l="l" t="t" r="r" b="b"/>
            <a:pathLst>
              <a:path w="2304716" h="1840963">
                <a:moveTo>
                  <a:pt x="0" y="0"/>
                </a:moveTo>
                <a:lnTo>
                  <a:pt x="2304716" y="0"/>
                </a:lnTo>
                <a:lnTo>
                  <a:pt x="2304716" y="1840962"/>
                </a:lnTo>
                <a:lnTo>
                  <a:pt x="0" y="1840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3" name="Freeform 3"/>
          <p:cNvSpPr/>
          <p:nvPr/>
        </p:nvSpPr>
        <p:spPr>
          <a:xfrm>
            <a:off x="15098908" y="-5198"/>
            <a:ext cx="2104457" cy="2939283"/>
          </a:xfrm>
          <a:custGeom>
            <a:avLst/>
            <a:gdLst/>
            <a:ahLst/>
            <a:cxnLst/>
            <a:rect l="l" t="t" r="r" b="b"/>
            <a:pathLst>
              <a:path w="2104457" h="2939283">
                <a:moveTo>
                  <a:pt x="0" y="0"/>
                </a:moveTo>
                <a:lnTo>
                  <a:pt x="2104457" y="0"/>
                </a:lnTo>
                <a:lnTo>
                  <a:pt x="2104457" y="2939283"/>
                </a:lnTo>
                <a:lnTo>
                  <a:pt x="0" y="2939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4" name="TextBox 4"/>
          <p:cNvSpPr txBox="1"/>
          <p:nvPr/>
        </p:nvSpPr>
        <p:spPr>
          <a:xfrm>
            <a:off x="5235819" y="970259"/>
            <a:ext cx="7810500" cy="8615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541"/>
              </a:lnSpc>
              <a:spcBef>
                <a:spcPct val="0"/>
              </a:spcBef>
            </a:pPr>
            <a:r>
              <a:rPr lang="en-US" sz="2529" b="1" u="none" strike="noStrike" spc="-159">
                <a:solidFill>
                  <a:srgbClr val="1A1A2E"/>
                </a:solidFill>
                <a:latin typeface="Times New Roman" panose="02020603050405020304" pitchFamily="18" charset="0"/>
                <a:ea typeface="Proxima Nova Bold"/>
                <a:cs typeface="Times New Roman" panose="02020603050405020304" pitchFamily="18" charset="0"/>
                <a:sym typeface="Proxima Nova Bold"/>
              </a:rPr>
              <a:t>UNIVERSITÉ DE MONASTIR </a:t>
            </a:r>
          </a:p>
          <a:p>
            <a:pPr marL="0" lvl="0" indent="0" algn="ctr">
              <a:lnSpc>
                <a:spcPts val="3541"/>
              </a:lnSpc>
              <a:spcBef>
                <a:spcPct val="0"/>
              </a:spcBef>
            </a:pPr>
            <a:r>
              <a:rPr lang="en-US" sz="2529" b="1" u="none" strike="noStrike" spc="-159">
                <a:solidFill>
                  <a:srgbClr val="1A1A2E"/>
                </a:solidFill>
                <a:latin typeface="Times New Roman" panose="02020603050405020304" pitchFamily="18" charset="0"/>
                <a:ea typeface="Proxima Nova Bold"/>
                <a:cs typeface="Times New Roman" panose="02020603050405020304" pitchFamily="18" charset="0"/>
                <a:sym typeface="Proxima Nova Bold"/>
              </a:rPr>
              <a:t> INSTITUT SUPÉRIEUR D'INFORMATIQUE DE MAHDIA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57622" y="2904907"/>
            <a:ext cx="11701578" cy="14398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631"/>
              </a:lnSpc>
              <a:spcBef>
                <a:spcPct val="0"/>
              </a:spcBef>
            </a:pPr>
            <a:r>
              <a:rPr lang="en-US" sz="6399" b="1" u="none" strike="noStrike" spc="-403">
                <a:solidFill>
                  <a:srgbClr val="7030A0"/>
                </a:solidFill>
                <a:latin typeface="Times New Roman" panose="02020603050405020304" pitchFamily="18" charset="0"/>
                <a:ea typeface="Proxima Nova Bold"/>
                <a:cs typeface="Times New Roman" panose="02020603050405020304" pitchFamily="18" charset="0"/>
                <a:sym typeface="Proxima Nova Bold"/>
              </a:rPr>
              <a:t>PROJET DE FIN D'ÉTUDES</a:t>
            </a:r>
          </a:p>
          <a:p>
            <a:pPr algn="l">
              <a:lnSpc>
                <a:spcPts val="5631"/>
              </a:lnSpc>
            </a:pPr>
            <a:endParaRPr lang="en-US" sz="6399" b="1" u="none" strike="noStrike" spc="-403">
              <a:solidFill>
                <a:srgbClr val="1A1A2E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83846" y="8420100"/>
            <a:ext cx="3699140" cy="9490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863"/>
              </a:lnSpc>
              <a:spcBef>
                <a:spcPct val="0"/>
              </a:spcBef>
            </a:pPr>
            <a:r>
              <a:rPr lang="en-US" sz="2760" b="1" u="none" strike="noStrike" err="1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Encadrant</a:t>
            </a:r>
            <a:r>
              <a:rPr lang="en-US" sz="2760" b="1" u="none" strike="noStrike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  <a:r>
              <a:rPr lang="en-US" sz="2760" b="1" u="none" strike="noStrike" err="1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Académique</a:t>
            </a:r>
            <a:endParaRPr lang="en-US" sz="2760" b="1" u="none" strike="noStrike">
              <a:solidFill>
                <a:srgbClr val="7030A0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  <a:p>
            <a:pPr marL="0" lvl="0" indent="0" algn="ctr">
              <a:lnSpc>
                <a:spcPts val="3863"/>
              </a:lnSpc>
              <a:spcBef>
                <a:spcPct val="0"/>
              </a:spcBef>
            </a:pPr>
            <a:r>
              <a:rPr lang="en-US" sz="2760" b="1" u="none" strike="noStrike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Hamdi </a:t>
            </a:r>
            <a:r>
              <a:rPr lang="en-US" sz="2760" b="1" u="none" strike="noStrike" err="1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Aloulou</a:t>
            </a:r>
            <a:r>
              <a:rPr lang="en-US" sz="2760" b="1" u="none" strike="noStrike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297343" y="8290624"/>
            <a:ext cx="5715000" cy="9490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863"/>
              </a:lnSpc>
              <a:spcBef>
                <a:spcPct val="0"/>
              </a:spcBef>
            </a:pPr>
            <a:r>
              <a:rPr lang="en-US" sz="2760" b="1" u="none" strike="noStrike" err="1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Elaboré</a:t>
            </a:r>
            <a:r>
              <a:rPr lang="en-US" sz="2760" b="1" u="none" strike="noStrike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par </a:t>
            </a:r>
          </a:p>
          <a:p>
            <a:pPr marL="0" lvl="0" indent="0" algn="ctr">
              <a:lnSpc>
                <a:spcPts val="3863"/>
              </a:lnSpc>
              <a:spcBef>
                <a:spcPct val="0"/>
              </a:spcBef>
            </a:pPr>
            <a:r>
              <a:rPr lang="en-US" sz="2760" b="1" u="none" strike="noStrike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Aziz Dhifaoui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F4B961C-F7CE-0AED-6873-B89DE8E52681}"/>
              </a:ext>
            </a:extLst>
          </p:cNvPr>
          <p:cNvGrpSpPr/>
          <p:nvPr/>
        </p:nvGrpSpPr>
        <p:grpSpPr>
          <a:xfrm>
            <a:off x="1330901" y="4330437"/>
            <a:ext cx="15626198" cy="2667000"/>
            <a:chOff x="1638964" y="4152900"/>
            <a:chExt cx="15626198" cy="2667000"/>
          </a:xfrm>
        </p:grpSpPr>
        <p:sp>
          <p:nvSpPr>
            <p:cNvPr id="9" name="TextBox 9"/>
            <p:cNvSpPr txBox="1"/>
            <p:nvPr/>
          </p:nvSpPr>
          <p:spPr>
            <a:xfrm>
              <a:off x="1644826" y="4513597"/>
              <a:ext cx="15620336" cy="6412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950"/>
                </a:lnSpc>
                <a:spcBef>
                  <a:spcPct val="0"/>
                </a:spcBef>
              </a:pPr>
              <a:r>
                <a:rPr lang="en-US" sz="5000" b="1" u="none" strike="noStrike" spc="460">
                  <a:solidFill>
                    <a:srgbClr val="1A1A2E"/>
                  </a:solidFill>
                  <a:latin typeface="Times New Roman" panose="02020603050405020304" pitchFamily="18" charset="0"/>
                  <a:ea typeface="Proxima Nova Bold"/>
                  <a:cs typeface="Times New Roman" panose="02020603050405020304" pitchFamily="18" charset="0"/>
                  <a:sym typeface="Proxima Nova Bold"/>
                </a:rPr>
                <a:t>NG-IDPS</a:t>
              </a:r>
            </a:p>
          </p:txBody>
        </p: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0687CFB5-5A1D-B465-AC8F-BD86BEB17E83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0" y="6819900"/>
              <a:ext cx="14097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BB81C65F-3BF5-F09E-DB58-CE221D560A9A}"/>
                </a:ext>
              </a:extLst>
            </p:cNvPr>
            <p:cNvCxnSpPr>
              <a:cxnSpLocks/>
            </p:cNvCxnSpPr>
            <p:nvPr/>
          </p:nvCxnSpPr>
          <p:spPr>
            <a:xfrm>
              <a:off x="2362200" y="4152900"/>
              <a:ext cx="14097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9">
              <a:extLst>
                <a:ext uri="{FF2B5EF4-FFF2-40B4-BE49-F238E27FC236}">
                  <a16:creationId xmlns:a16="http://schemas.microsoft.com/office/drawing/2014/main" id="{A5BBFCBE-DE03-4891-476E-D97F12333D1D}"/>
                </a:ext>
              </a:extLst>
            </p:cNvPr>
            <p:cNvSpPr txBox="1"/>
            <p:nvPr/>
          </p:nvSpPr>
          <p:spPr>
            <a:xfrm>
              <a:off x="1638964" y="5224102"/>
              <a:ext cx="15620336" cy="12311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4000" i="1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Plateforme</a:t>
              </a:r>
              <a:r>
                <a:rPr lang="en-US" sz="4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autonome de nouvelle </a:t>
              </a:r>
              <a:r>
                <a:rPr lang="en-US" sz="4000" i="1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génération</a:t>
              </a:r>
              <a:r>
                <a:rPr lang="en-US" sz="4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pour la </a:t>
              </a:r>
              <a:r>
                <a:rPr lang="en-US" sz="4000" i="1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détection</a:t>
              </a:r>
              <a:r>
                <a:rPr lang="en-US" sz="4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et la </a:t>
              </a:r>
              <a:r>
                <a:rPr lang="en-US" sz="4000" i="1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prévention</a:t>
              </a:r>
              <a:r>
                <a:rPr lang="en-US" sz="4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4000" i="1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d'intrusions</a:t>
              </a:r>
              <a:endParaRPr lang="en-US" sz="4000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93392" y="2168784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93392" y="5531853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07676" y="2168784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907676" y="5531853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5</a:t>
            </a:r>
          </a:p>
        </p:txBody>
      </p:sp>
      <p:sp>
        <p:nvSpPr>
          <p:cNvPr id="6" name="Freeform 6"/>
          <p:cNvSpPr/>
          <p:nvPr/>
        </p:nvSpPr>
        <p:spPr>
          <a:xfrm rot="-10800000">
            <a:off x="1466820" y="3009348"/>
            <a:ext cx="2634396" cy="2634396"/>
          </a:xfrm>
          <a:custGeom>
            <a:avLst/>
            <a:gdLst/>
            <a:ahLst/>
            <a:cxnLst/>
            <a:rect l="l" t="t" r="r" b="b"/>
            <a:pathLst>
              <a:path w="2634396" h="2634396">
                <a:moveTo>
                  <a:pt x="0" y="0"/>
                </a:moveTo>
                <a:lnTo>
                  <a:pt x="2634396" y="0"/>
                </a:lnTo>
                <a:lnTo>
                  <a:pt x="2634396" y="2634396"/>
                </a:lnTo>
                <a:lnTo>
                  <a:pt x="0" y="26343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7" name="Freeform 7"/>
          <p:cNvSpPr/>
          <p:nvPr/>
        </p:nvSpPr>
        <p:spPr>
          <a:xfrm rot="-10800000">
            <a:off x="1028700" y="6372417"/>
            <a:ext cx="3072516" cy="3072516"/>
          </a:xfrm>
          <a:custGeom>
            <a:avLst/>
            <a:gdLst/>
            <a:ahLst/>
            <a:cxnLst/>
            <a:rect l="l" t="t" r="r" b="b"/>
            <a:pathLst>
              <a:path w="3072516" h="3072516">
                <a:moveTo>
                  <a:pt x="0" y="0"/>
                </a:moveTo>
                <a:lnTo>
                  <a:pt x="3072516" y="0"/>
                </a:lnTo>
                <a:lnTo>
                  <a:pt x="3072516" y="3072516"/>
                </a:lnTo>
                <a:lnTo>
                  <a:pt x="0" y="30725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8" name="Freeform 8"/>
          <p:cNvSpPr/>
          <p:nvPr/>
        </p:nvSpPr>
        <p:spPr>
          <a:xfrm rot="-10800000">
            <a:off x="7130240" y="3009348"/>
            <a:ext cx="2585260" cy="2585260"/>
          </a:xfrm>
          <a:custGeom>
            <a:avLst/>
            <a:gdLst/>
            <a:ahLst/>
            <a:cxnLst/>
            <a:rect l="l" t="t" r="r" b="b"/>
            <a:pathLst>
              <a:path w="2585260" h="2585260">
                <a:moveTo>
                  <a:pt x="0" y="0"/>
                </a:moveTo>
                <a:lnTo>
                  <a:pt x="2585260" y="0"/>
                </a:lnTo>
                <a:lnTo>
                  <a:pt x="2585260" y="2585260"/>
                </a:lnTo>
                <a:lnTo>
                  <a:pt x="0" y="2585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9" name="Freeform 9"/>
          <p:cNvSpPr/>
          <p:nvPr/>
        </p:nvSpPr>
        <p:spPr>
          <a:xfrm rot="-10800000">
            <a:off x="6642984" y="6372417"/>
            <a:ext cx="3072516" cy="3072516"/>
          </a:xfrm>
          <a:custGeom>
            <a:avLst/>
            <a:gdLst/>
            <a:ahLst/>
            <a:cxnLst/>
            <a:rect l="l" t="t" r="r" b="b"/>
            <a:pathLst>
              <a:path w="3072516" h="3072516">
                <a:moveTo>
                  <a:pt x="0" y="0"/>
                </a:moveTo>
                <a:lnTo>
                  <a:pt x="3072516" y="0"/>
                </a:lnTo>
                <a:lnTo>
                  <a:pt x="3072516" y="3072516"/>
                </a:lnTo>
                <a:lnTo>
                  <a:pt x="0" y="30725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10" name="TextBox 10"/>
          <p:cNvSpPr txBox="1"/>
          <p:nvPr/>
        </p:nvSpPr>
        <p:spPr>
          <a:xfrm>
            <a:off x="12523367" y="2168784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523367" y="5531853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6</a:t>
            </a:r>
          </a:p>
        </p:txBody>
      </p:sp>
      <p:sp>
        <p:nvSpPr>
          <p:cNvPr id="12" name="Freeform 12"/>
          <p:cNvSpPr/>
          <p:nvPr/>
        </p:nvSpPr>
        <p:spPr>
          <a:xfrm rot="-10800000">
            <a:off x="12696795" y="3009348"/>
            <a:ext cx="2634396" cy="2634396"/>
          </a:xfrm>
          <a:custGeom>
            <a:avLst/>
            <a:gdLst/>
            <a:ahLst/>
            <a:cxnLst/>
            <a:rect l="l" t="t" r="r" b="b"/>
            <a:pathLst>
              <a:path w="2634396" h="2634396">
                <a:moveTo>
                  <a:pt x="0" y="0"/>
                </a:moveTo>
                <a:lnTo>
                  <a:pt x="2634396" y="0"/>
                </a:lnTo>
                <a:lnTo>
                  <a:pt x="2634396" y="2634396"/>
                </a:lnTo>
                <a:lnTo>
                  <a:pt x="0" y="26343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13" name="Freeform 13"/>
          <p:cNvSpPr/>
          <p:nvPr/>
        </p:nvSpPr>
        <p:spPr>
          <a:xfrm rot="-10800000">
            <a:off x="12258675" y="6372417"/>
            <a:ext cx="3072516" cy="3072516"/>
          </a:xfrm>
          <a:custGeom>
            <a:avLst/>
            <a:gdLst/>
            <a:ahLst/>
            <a:cxnLst/>
            <a:rect l="l" t="t" r="r" b="b"/>
            <a:pathLst>
              <a:path w="3072516" h="3072516">
                <a:moveTo>
                  <a:pt x="0" y="0"/>
                </a:moveTo>
                <a:lnTo>
                  <a:pt x="3072516" y="0"/>
                </a:lnTo>
                <a:lnTo>
                  <a:pt x="3072516" y="3072516"/>
                </a:lnTo>
                <a:lnTo>
                  <a:pt x="0" y="30725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grpSp>
        <p:nvGrpSpPr>
          <p:cNvPr id="14" name="Group 14"/>
          <p:cNvGrpSpPr/>
          <p:nvPr/>
        </p:nvGrpSpPr>
        <p:grpSpPr>
          <a:xfrm>
            <a:off x="3647716" y="3943574"/>
            <a:ext cx="3158953" cy="1393464"/>
            <a:chOff x="0" y="0"/>
            <a:chExt cx="4211938" cy="1857953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85725"/>
              <a:ext cx="4211938" cy="69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Introduction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1013" y="1521403"/>
              <a:ext cx="2794000" cy="336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101216" y="7658260"/>
            <a:ext cx="237140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Méthodologie</a:t>
            </a:r>
            <a:endParaRPr lang="en-US" sz="300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9144000" y="3883259"/>
            <a:ext cx="3701993" cy="837438"/>
            <a:chOff x="0" y="0"/>
            <a:chExt cx="4935991" cy="1116584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85725"/>
              <a:ext cx="4935991" cy="69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Analyse</a:t>
              </a:r>
              <a:r>
                <a:rPr lang="en-US" sz="30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Des </a:t>
              </a:r>
              <a:r>
                <a:rPr lang="en-US" sz="3000" b="1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Besoins</a:t>
              </a:r>
              <a:endParaRPr lang="en-US" sz="3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780034"/>
              <a:ext cx="3395923" cy="336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9280497" y="7658260"/>
            <a:ext cx="209550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Sprints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092294" y="3857849"/>
            <a:ext cx="2981462" cy="1571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Environnement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&amp; Architecture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5012458" y="7681665"/>
            <a:ext cx="2390030" cy="1032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Perspectives et Conclusion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207058" y="914400"/>
            <a:ext cx="7127941" cy="776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4"/>
              </a:lnSpc>
              <a:spcBef>
                <a:spcPct val="0"/>
              </a:spcBef>
            </a:pPr>
            <a:r>
              <a:rPr lang="en-US" sz="4717" b="1">
                <a:solidFill>
                  <a:srgbClr val="9964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Plan de la </a:t>
            </a:r>
            <a:r>
              <a:rPr lang="en-US" sz="4717" b="1" err="1">
                <a:solidFill>
                  <a:srgbClr val="9964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présentation</a:t>
            </a:r>
            <a:endParaRPr lang="en-US" sz="4717" b="1">
              <a:solidFill>
                <a:srgbClr val="9964CC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15826491" y="681053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26" name="Freeform 26"/>
          <p:cNvSpPr/>
          <p:nvPr/>
        </p:nvSpPr>
        <p:spPr>
          <a:xfrm>
            <a:off x="9947247" y="681053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27" name="Freeform 27"/>
          <p:cNvSpPr/>
          <p:nvPr/>
        </p:nvSpPr>
        <p:spPr>
          <a:xfrm>
            <a:off x="4846193" y="681053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28" name="Freeform 28"/>
          <p:cNvSpPr/>
          <p:nvPr/>
        </p:nvSpPr>
        <p:spPr>
          <a:xfrm>
            <a:off x="15966503" y="3009348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29" name="Freeform 29"/>
          <p:cNvSpPr/>
          <p:nvPr/>
        </p:nvSpPr>
        <p:spPr>
          <a:xfrm>
            <a:off x="10613997" y="3009348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30" name="Freeform 30"/>
          <p:cNvSpPr/>
          <p:nvPr/>
        </p:nvSpPr>
        <p:spPr>
          <a:xfrm>
            <a:off x="4846193" y="3009348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31" name="Freeform 2">
            <a:extLst>
              <a:ext uri="{FF2B5EF4-FFF2-40B4-BE49-F238E27FC236}">
                <a16:creationId xmlns:a16="http://schemas.microsoft.com/office/drawing/2014/main" id="{27322D33-A55F-65AC-7F8F-BBBAB70046BD}"/>
              </a:ext>
            </a:extLst>
          </p:cNvPr>
          <p:cNvSpPr/>
          <p:nvPr/>
        </p:nvSpPr>
        <p:spPr>
          <a:xfrm>
            <a:off x="-3276600" y="343213"/>
            <a:ext cx="2304716" cy="1840963"/>
          </a:xfrm>
          <a:custGeom>
            <a:avLst/>
            <a:gdLst/>
            <a:ahLst/>
            <a:cxnLst/>
            <a:rect l="l" t="t" r="r" b="b"/>
            <a:pathLst>
              <a:path w="2304716" h="1840963">
                <a:moveTo>
                  <a:pt x="0" y="0"/>
                </a:moveTo>
                <a:lnTo>
                  <a:pt x="2304716" y="0"/>
                </a:lnTo>
                <a:lnTo>
                  <a:pt x="2304716" y="1840962"/>
                </a:lnTo>
                <a:lnTo>
                  <a:pt x="0" y="18409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32" name="Freeform 3">
            <a:extLst>
              <a:ext uri="{FF2B5EF4-FFF2-40B4-BE49-F238E27FC236}">
                <a16:creationId xmlns:a16="http://schemas.microsoft.com/office/drawing/2014/main" id="{6D83E0AB-E97B-1E66-0FEA-7183122481A4}"/>
              </a:ext>
            </a:extLst>
          </p:cNvPr>
          <p:cNvSpPr/>
          <p:nvPr/>
        </p:nvSpPr>
        <p:spPr>
          <a:xfrm>
            <a:off x="19536343" y="0"/>
            <a:ext cx="2104457" cy="2939283"/>
          </a:xfrm>
          <a:custGeom>
            <a:avLst/>
            <a:gdLst/>
            <a:ahLst/>
            <a:cxnLst/>
            <a:rect l="l" t="t" r="r" b="b"/>
            <a:pathLst>
              <a:path w="2104457" h="2939283">
                <a:moveTo>
                  <a:pt x="0" y="0"/>
                </a:moveTo>
                <a:lnTo>
                  <a:pt x="2104457" y="0"/>
                </a:lnTo>
                <a:lnTo>
                  <a:pt x="2104457" y="2939283"/>
                </a:lnTo>
                <a:lnTo>
                  <a:pt x="0" y="2939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3C666-69F1-B975-907E-ADFD7D4F2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DEB7E10-4B46-4462-8358-48026B91586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BD6FB"/>
          </a:solidFill>
        </p:spPr>
        <p:txBody>
          <a:bodyPr/>
          <a:lstStyle/>
          <a:p>
            <a:endParaRPr lang="fr-TN">
              <a:solidFill>
                <a:srgbClr val="9964CC"/>
              </a:solidFill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04570A9-F31B-43CE-F2FF-7FA944EE3677}"/>
              </a:ext>
            </a:extLst>
          </p:cNvPr>
          <p:cNvSpPr txBox="1"/>
          <p:nvPr/>
        </p:nvSpPr>
        <p:spPr>
          <a:xfrm>
            <a:off x="1047750" y="3162301"/>
            <a:ext cx="3067050" cy="30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3500" b="1" spc="270">
                <a:solidFill>
                  <a:srgbClr val="9964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SECTION 01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AF88712-4B95-0771-E190-43BAC07A9CA0}"/>
              </a:ext>
            </a:extLst>
          </p:cNvPr>
          <p:cNvSpPr txBox="1"/>
          <p:nvPr/>
        </p:nvSpPr>
        <p:spPr>
          <a:xfrm>
            <a:off x="1047750" y="3838575"/>
            <a:ext cx="11430000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8850" b="1" spc="-265"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A65C2FD-6780-BADA-F771-2FC009B28FD5}"/>
              </a:ext>
            </a:extLst>
          </p:cNvPr>
          <p:cNvSpPr txBox="1"/>
          <p:nvPr/>
        </p:nvSpPr>
        <p:spPr>
          <a:xfrm>
            <a:off x="1052830" y="5708471"/>
            <a:ext cx="8382000" cy="1341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600"/>
              </a:lnSpc>
              <a:buClr>
                <a:srgbClr val="9964CC"/>
              </a:buClr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Problématique </a:t>
            </a:r>
          </a:p>
          <a:p>
            <a:pPr marL="518160" lvl="1" indent="-259080" algn="l">
              <a:lnSpc>
                <a:spcPts val="3600"/>
              </a:lnSpc>
              <a:buClr>
                <a:srgbClr val="9964CC"/>
              </a:buClr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Étude de </a:t>
            </a:r>
            <a:r>
              <a:rPr lang="en-US" sz="2400" err="1">
                <a:latin typeface="Times New Roman"/>
                <a:ea typeface="Times New Roman"/>
                <a:cs typeface="Times New Roman"/>
                <a:sym typeface="Times New Roman"/>
              </a:rPr>
              <a:t>l'Existant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518160" lvl="1" indent="-259080">
              <a:lnSpc>
                <a:spcPts val="3600"/>
              </a:lnSpc>
              <a:buClr>
                <a:srgbClr val="9964CC"/>
              </a:buClr>
              <a:buFont typeface="Arial"/>
              <a:buChar char="•"/>
            </a:pPr>
            <a:r>
              <a:rPr lang="en-US" sz="240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positionnement</a:t>
            </a:r>
            <a:r>
              <a:rPr lang="en-US" sz="240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de la solution NG-IDPS</a:t>
            </a:r>
            <a:endParaRPr lang="en-US" sz="240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ADD1EA1-6690-2A81-B28D-C17BDCFBC9AE}"/>
              </a:ext>
            </a:extLst>
          </p:cNvPr>
          <p:cNvSpPr txBox="1"/>
          <p:nvPr/>
        </p:nvSpPr>
        <p:spPr>
          <a:xfrm>
            <a:off x="12206478" y="7050185"/>
            <a:ext cx="6081522" cy="4494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0"/>
              </a:lnSpc>
            </a:pPr>
            <a:r>
              <a:rPr lang="en-US" sz="42000" b="1" spc="-1680">
                <a:solidFill>
                  <a:srgbClr val="9964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01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27364897-2B66-FDC2-FDD0-33C44D7E23B9}"/>
              </a:ext>
            </a:extLst>
          </p:cNvPr>
          <p:cNvSpPr txBox="1"/>
          <p:nvPr/>
        </p:nvSpPr>
        <p:spPr>
          <a:xfrm>
            <a:off x="14706600" y="11077478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Times New Roman" panose="02020603050405020304" pitchFamily="18" charset="0"/>
                <a:sym typeface="Bricolage Grotesque Bold"/>
              </a:rPr>
              <a:t>1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BA331637-84A5-BC98-C952-76515A501E5B}"/>
              </a:ext>
            </a:extLst>
          </p:cNvPr>
          <p:cNvCxnSpPr>
            <a:cxnSpLocks/>
          </p:cNvCxnSpPr>
          <p:nvPr/>
        </p:nvCxnSpPr>
        <p:spPr>
          <a:xfrm>
            <a:off x="1066800" y="5143500"/>
            <a:ext cx="1188000" cy="0"/>
          </a:xfrm>
          <a:prstGeom prst="line">
            <a:avLst/>
          </a:prstGeom>
          <a:ln>
            <a:solidFill>
              <a:srgbClr val="9964CC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5" name="Image 34">
            <a:extLst>
              <a:ext uri="{FF2B5EF4-FFF2-40B4-BE49-F238E27FC236}">
                <a16:creationId xmlns:a16="http://schemas.microsoft.com/office/drawing/2014/main" id="{F3F49777-961F-DA3D-41D6-FDEA8519BF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266700"/>
            <a:ext cx="11824800" cy="78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7267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99829" y="750555"/>
            <a:ext cx="4688341" cy="776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4"/>
              </a:lnSpc>
              <a:spcBef>
                <a:spcPct val="0"/>
              </a:spcBef>
            </a:pPr>
            <a:r>
              <a:rPr lang="en-US" sz="4717" b="1">
                <a:solidFill>
                  <a:srgbClr val="FF658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Problématique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601200" y="2284257"/>
            <a:ext cx="7176760" cy="1339504"/>
            <a:chOff x="0" y="-295101"/>
            <a:chExt cx="9569012" cy="1786005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-295101"/>
              <a:ext cx="1219200" cy="1514301"/>
              <a:chOff x="0" y="-57150"/>
              <a:chExt cx="236113" cy="29326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36113" cy="236113"/>
              </a:xfrm>
              <a:custGeom>
                <a:avLst/>
                <a:gdLst/>
                <a:ahLst/>
                <a:cxnLst/>
                <a:rect l="l" t="t" r="r" b="b"/>
                <a:pathLst>
                  <a:path w="236113" h="236113">
                    <a:moveTo>
                      <a:pt x="118057" y="0"/>
                    </a:moveTo>
                    <a:lnTo>
                      <a:pt x="118057" y="0"/>
                    </a:lnTo>
                    <a:cubicBezTo>
                      <a:pt x="183258" y="0"/>
                      <a:pt x="236113" y="52856"/>
                      <a:pt x="236113" y="118057"/>
                    </a:cubicBezTo>
                    <a:lnTo>
                      <a:pt x="236113" y="118057"/>
                    </a:lnTo>
                    <a:cubicBezTo>
                      <a:pt x="236113" y="183258"/>
                      <a:pt x="183258" y="236113"/>
                      <a:pt x="118057" y="236113"/>
                    </a:cubicBezTo>
                    <a:lnTo>
                      <a:pt x="118057" y="236113"/>
                    </a:lnTo>
                    <a:cubicBezTo>
                      <a:pt x="52856" y="236113"/>
                      <a:pt x="0" y="183258"/>
                      <a:pt x="0" y="118057"/>
                    </a:cubicBezTo>
                    <a:lnTo>
                      <a:pt x="0" y="118057"/>
                    </a:lnTo>
                    <a:cubicBezTo>
                      <a:pt x="0" y="52856"/>
                      <a:pt x="52856" y="0"/>
                      <a:pt x="118057" y="0"/>
                    </a:cubicBezTo>
                    <a:close/>
                  </a:path>
                </a:pathLst>
              </a:custGeom>
              <a:solidFill>
                <a:srgbClr val="FF6584"/>
              </a:solidFill>
            </p:spPr>
            <p:txBody>
              <a:bodyPr/>
              <a:lstStyle/>
              <a:p>
                <a:endParaRPr lang="fr-TN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57150"/>
                <a:ext cx="236113" cy="29326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833245" y="-45212"/>
              <a:ext cx="6251121" cy="556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Latence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33245" y="553212"/>
              <a:ext cx="7735767" cy="9376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ct val="118000"/>
                </a:lnSpc>
              </a:pPr>
              <a:r>
                <a:rPr lang="en-US" sz="200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Produire</a:t>
              </a:r>
              <a:r>
                <a:rPr lang="en-US" sz="200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une </a:t>
              </a:r>
              <a:r>
                <a:rPr lang="en-US" sz="200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décision</a:t>
              </a:r>
              <a:r>
                <a:rPr lang="en-US" sz="200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dans un </a:t>
              </a:r>
              <a:r>
                <a:rPr lang="en-US" sz="200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délai</a:t>
              </a:r>
              <a:r>
                <a:rPr lang="en-US" sz="200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compatible avec </a:t>
              </a:r>
            </a:p>
            <a:p>
              <a:pPr>
                <a:lnSpc>
                  <a:spcPct val="118000"/>
                </a:lnSpc>
              </a:pPr>
              <a:r>
                <a:rPr lang="en-US" sz="200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une </a:t>
              </a:r>
              <a:r>
                <a:rPr lang="en-US" sz="200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détection</a:t>
              </a:r>
              <a:r>
                <a:rPr lang="en-US" sz="200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quasi temps </a:t>
              </a:r>
              <a:r>
                <a:rPr lang="en-US" sz="200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réel</a:t>
              </a:r>
              <a:r>
                <a:rPr lang="en-US" sz="200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.</a:t>
              </a:r>
              <a:endParaRPr 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601200" y="3920512"/>
            <a:ext cx="7176759" cy="1141125"/>
            <a:chOff x="0" y="-147551"/>
            <a:chExt cx="9569011" cy="1521500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-147551"/>
              <a:ext cx="1219200" cy="1366751"/>
              <a:chOff x="0" y="-28575"/>
              <a:chExt cx="236113" cy="264688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236113" cy="236113"/>
              </a:xfrm>
              <a:custGeom>
                <a:avLst/>
                <a:gdLst/>
                <a:ahLst/>
                <a:cxnLst/>
                <a:rect l="l" t="t" r="r" b="b"/>
                <a:pathLst>
                  <a:path w="236113" h="236113">
                    <a:moveTo>
                      <a:pt x="118057" y="0"/>
                    </a:moveTo>
                    <a:lnTo>
                      <a:pt x="118057" y="0"/>
                    </a:lnTo>
                    <a:cubicBezTo>
                      <a:pt x="183258" y="0"/>
                      <a:pt x="236113" y="52856"/>
                      <a:pt x="236113" y="118057"/>
                    </a:cubicBezTo>
                    <a:lnTo>
                      <a:pt x="236113" y="118057"/>
                    </a:lnTo>
                    <a:cubicBezTo>
                      <a:pt x="236113" y="183258"/>
                      <a:pt x="183258" y="236113"/>
                      <a:pt x="118057" y="236113"/>
                    </a:cubicBezTo>
                    <a:lnTo>
                      <a:pt x="118057" y="236113"/>
                    </a:lnTo>
                    <a:cubicBezTo>
                      <a:pt x="52856" y="236113"/>
                      <a:pt x="0" y="183258"/>
                      <a:pt x="0" y="118057"/>
                    </a:cubicBezTo>
                    <a:lnTo>
                      <a:pt x="0" y="118057"/>
                    </a:lnTo>
                    <a:cubicBezTo>
                      <a:pt x="0" y="52856"/>
                      <a:pt x="52856" y="0"/>
                      <a:pt x="118057" y="0"/>
                    </a:cubicBezTo>
                    <a:close/>
                  </a:path>
                </a:pathLst>
              </a:custGeom>
              <a:solidFill>
                <a:srgbClr val="CC6499"/>
              </a:solidFill>
            </p:spPr>
            <p:txBody>
              <a:bodyPr/>
              <a:lstStyle/>
              <a:p>
                <a:endParaRPr lang="fr-TN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28575"/>
                <a:ext cx="236113" cy="26468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1833245" y="-45212"/>
              <a:ext cx="6251121" cy="556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Faux Positifs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33245" y="553212"/>
              <a:ext cx="7735766" cy="8207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fr-FR" sz="20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Calibrer la détection comportementale pour limiter </a:t>
              </a:r>
            </a:p>
            <a:p>
              <a:pPr algn="l">
                <a:lnSpc>
                  <a:spcPts val="2400"/>
                </a:lnSpc>
              </a:pPr>
              <a:r>
                <a:rPr lang="fr-FR" sz="20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les fausses alertes sans perdre en sensibilité.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601200" y="5363142"/>
            <a:ext cx="7076171" cy="1141125"/>
            <a:chOff x="0" y="-147551"/>
            <a:chExt cx="9434894" cy="1521500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-147551"/>
              <a:ext cx="1219200" cy="1366751"/>
              <a:chOff x="0" y="-28575"/>
              <a:chExt cx="236113" cy="264688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236113" cy="236113"/>
              </a:xfrm>
              <a:custGeom>
                <a:avLst/>
                <a:gdLst/>
                <a:ahLst/>
                <a:cxnLst/>
                <a:rect l="l" t="t" r="r" b="b"/>
                <a:pathLst>
                  <a:path w="236113" h="236113">
                    <a:moveTo>
                      <a:pt x="118057" y="0"/>
                    </a:moveTo>
                    <a:lnTo>
                      <a:pt x="118057" y="0"/>
                    </a:lnTo>
                    <a:cubicBezTo>
                      <a:pt x="183258" y="0"/>
                      <a:pt x="236113" y="52856"/>
                      <a:pt x="236113" y="118057"/>
                    </a:cubicBezTo>
                    <a:lnTo>
                      <a:pt x="236113" y="118057"/>
                    </a:lnTo>
                    <a:cubicBezTo>
                      <a:pt x="236113" y="183258"/>
                      <a:pt x="183258" y="236113"/>
                      <a:pt x="118057" y="236113"/>
                    </a:cubicBezTo>
                    <a:lnTo>
                      <a:pt x="118057" y="236113"/>
                    </a:lnTo>
                    <a:cubicBezTo>
                      <a:pt x="52856" y="236113"/>
                      <a:pt x="0" y="183258"/>
                      <a:pt x="0" y="118057"/>
                    </a:cubicBezTo>
                    <a:lnTo>
                      <a:pt x="0" y="118057"/>
                    </a:lnTo>
                    <a:cubicBezTo>
                      <a:pt x="0" y="52856"/>
                      <a:pt x="52856" y="0"/>
                      <a:pt x="118057" y="0"/>
                    </a:cubicBezTo>
                    <a:close/>
                  </a:path>
                </a:pathLst>
              </a:custGeom>
              <a:solidFill>
                <a:srgbClr val="9964CC"/>
              </a:solidFill>
            </p:spPr>
            <p:txBody>
              <a:bodyPr/>
              <a:lstStyle/>
              <a:p>
                <a:endParaRPr lang="fr-TN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28575"/>
                <a:ext cx="236113" cy="26468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1833245" y="-45212"/>
              <a:ext cx="6251121" cy="556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Comportements inconnus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33245" y="553212"/>
              <a:ext cx="7601649" cy="8207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fr-FR" sz="20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Compléter la détection par signatures par une approche comportementale non supervisée.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607718" y="6915653"/>
            <a:ext cx="7283209" cy="1141125"/>
            <a:chOff x="0" y="-147551"/>
            <a:chExt cx="9710944" cy="1521500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-147551"/>
              <a:ext cx="1219200" cy="1366751"/>
              <a:chOff x="0" y="-28575"/>
              <a:chExt cx="236113" cy="264688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236113" cy="236113"/>
              </a:xfrm>
              <a:custGeom>
                <a:avLst/>
                <a:gdLst/>
                <a:ahLst/>
                <a:cxnLst/>
                <a:rect l="l" t="t" r="r" b="b"/>
                <a:pathLst>
                  <a:path w="236113" h="236113">
                    <a:moveTo>
                      <a:pt x="118057" y="0"/>
                    </a:moveTo>
                    <a:lnTo>
                      <a:pt x="118057" y="0"/>
                    </a:lnTo>
                    <a:cubicBezTo>
                      <a:pt x="183258" y="0"/>
                      <a:pt x="236113" y="52856"/>
                      <a:pt x="236113" y="118057"/>
                    </a:cubicBezTo>
                    <a:lnTo>
                      <a:pt x="236113" y="118057"/>
                    </a:lnTo>
                    <a:cubicBezTo>
                      <a:pt x="236113" y="183258"/>
                      <a:pt x="183258" y="236113"/>
                      <a:pt x="118057" y="236113"/>
                    </a:cubicBezTo>
                    <a:lnTo>
                      <a:pt x="118057" y="236113"/>
                    </a:lnTo>
                    <a:cubicBezTo>
                      <a:pt x="52856" y="236113"/>
                      <a:pt x="0" y="183258"/>
                      <a:pt x="0" y="118057"/>
                    </a:cubicBezTo>
                    <a:lnTo>
                      <a:pt x="0" y="118057"/>
                    </a:lnTo>
                    <a:cubicBezTo>
                      <a:pt x="0" y="52856"/>
                      <a:pt x="52856" y="0"/>
                      <a:pt x="118057" y="0"/>
                    </a:cubicBezTo>
                    <a:close/>
                  </a:path>
                </a:pathLst>
              </a:custGeom>
              <a:solidFill>
                <a:srgbClr val="6C63FF"/>
              </a:solidFill>
            </p:spPr>
            <p:txBody>
              <a:bodyPr/>
              <a:lstStyle/>
              <a:p>
                <a:endParaRPr lang="fr-TN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28575"/>
                <a:ext cx="236113" cy="26468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</a:pPr>
                <a:endParaRPr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1833245" y="-45212"/>
              <a:ext cx="6251121" cy="556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Accessibilité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833245" y="553212"/>
              <a:ext cx="7877699" cy="8207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fr-FR" sz="20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Concevoir une architecture open-source et auto-hébergée, sans dépendance à un éditeur.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9532781" y="2655760"/>
            <a:ext cx="1031684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0F7F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01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532781" y="4181352"/>
            <a:ext cx="1031684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0F7F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02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532781" y="5623982"/>
            <a:ext cx="1031684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0F7F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03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539299" y="7176494"/>
            <a:ext cx="1031684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0F7F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04</a:t>
            </a:r>
          </a:p>
        </p:txBody>
      </p:sp>
      <p:grpSp>
        <p:nvGrpSpPr>
          <p:cNvPr id="48" name="Group 34">
            <a:extLst>
              <a:ext uri="{FF2B5EF4-FFF2-40B4-BE49-F238E27FC236}">
                <a16:creationId xmlns:a16="http://schemas.microsoft.com/office/drawing/2014/main" id="{FBEA7B57-8320-8F0C-1660-81044F7119FB}"/>
              </a:ext>
            </a:extLst>
          </p:cNvPr>
          <p:cNvGrpSpPr/>
          <p:nvPr/>
        </p:nvGrpSpPr>
        <p:grpSpPr>
          <a:xfrm>
            <a:off x="9601200" y="8345996"/>
            <a:ext cx="7283208" cy="1141125"/>
            <a:chOff x="0" y="-147551"/>
            <a:chExt cx="9710944" cy="1521500"/>
          </a:xfrm>
        </p:grpSpPr>
        <p:grpSp>
          <p:nvGrpSpPr>
            <p:cNvPr id="49" name="Group 35">
              <a:extLst>
                <a:ext uri="{FF2B5EF4-FFF2-40B4-BE49-F238E27FC236}">
                  <a16:creationId xmlns:a16="http://schemas.microsoft.com/office/drawing/2014/main" id="{A8FD82A8-BEF3-3734-30B4-BA89D5C4E1CD}"/>
                </a:ext>
              </a:extLst>
            </p:cNvPr>
            <p:cNvGrpSpPr/>
            <p:nvPr/>
          </p:nvGrpSpPr>
          <p:grpSpPr>
            <a:xfrm>
              <a:off x="0" y="-147551"/>
              <a:ext cx="1219200" cy="1366751"/>
              <a:chOff x="0" y="-28575"/>
              <a:chExt cx="236113" cy="264688"/>
            </a:xfrm>
          </p:grpSpPr>
          <p:sp>
            <p:nvSpPr>
              <p:cNvPr id="52" name="Freeform 36">
                <a:extLst>
                  <a:ext uri="{FF2B5EF4-FFF2-40B4-BE49-F238E27FC236}">
                    <a16:creationId xmlns:a16="http://schemas.microsoft.com/office/drawing/2014/main" id="{939E23F2-F045-5E1A-D29E-05F1DC924471}"/>
                  </a:ext>
                </a:extLst>
              </p:cNvPr>
              <p:cNvSpPr/>
              <p:nvPr/>
            </p:nvSpPr>
            <p:spPr>
              <a:xfrm>
                <a:off x="0" y="0"/>
                <a:ext cx="236113" cy="236113"/>
              </a:xfrm>
              <a:custGeom>
                <a:avLst/>
                <a:gdLst/>
                <a:ahLst/>
                <a:cxnLst/>
                <a:rect l="l" t="t" r="r" b="b"/>
                <a:pathLst>
                  <a:path w="236113" h="236113">
                    <a:moveTo>
                      <a:pt x="118057" y="0"/>
                    </a:moveTo>
                    <a:lnTo>
                      <a:pt x="118057" y="0"/>
                    </a:lnTo>
                    <a:cubicBezTo>
                      <a:pt x="183258" y="0"/>
                      <a:pt x="236113" y="52856"/>
                      <a:pt x="236113" y="118057"/>
                    </a:cubicBezTo>
                    <a:lnTo>
                      <a:pt x="236113" y="118057"/>
                    </a:lnTo>
                    <a:cubicBezTo>
                      <a:pt x="236113" y="183258"/>
                      <a:pt x="183258" y="236113"/>
                      <a:pt x="118057" y="236113"/>
                    </a:cubicBezTo>
                    <a:lnTo>
                      <a:pt x="118057" y="236113"/>
                    </a:lnTo>
                    <a:cubicBezTo>
                      <a:pt x="52856" y="236113"/>
                      <a:pt x="0" y="183258"/>
                      <a:pt x="0" y="118057"/>
                    </a:cubicBezTo>
                    <a:lnTo>
                      <a:pt x="0" y="118057"/>
                    </a:lnTo>
                    <a:cubicBezTo>
                      <a:pt x="0" y="52856"/>
                      <a:pt x="52856" y="0"/>
                      <a:pt x="118057" y="0"/>
                    </a:cubicBezTo>
                    <a:close/>
                  </a:path>
                </a:pathLst>
              </a:custGeom>
              <a:solidFill>
                <a:srgbClr val="002060"/>
              </a:solidFill>
            </p:spPr>
            <p:txBody>
              <a:bodyPr/>
              <a:lstStyle/>
              <a:p>
                <a:endParaRPr lang="fr-TN">
                  <a:solidFill>
                    <a:srgbClr val="7030A0"/>
                  </a:solidFill>
                </a:endParaRPr>
              </a:p>
            </p:txBody>
          </p:sp>
          <p:sp>
            <p:nvSpPr>
              <p:cNvPr id="53" name="TextBox 37">
                <a:extLst>
                  <a:ext uri="{FF2B5EF4-FFF2-40B4-BE49-F238E27FC236}">
                    <a16:creationId xmlns:a16="http://schemas.microsoft.com/office/drawing/2014/main" id="{EEFE8A51-8E4D-447A-9E1C-331CCF8DF8F0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236113" cy="26468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</a:pPr>
                <a:endParaRPr/>
              </a:p>
            </p:txBody>
          </p:sp>
        </p:grpSp>
        <p:sp>
          <p:nvSpPr>
            <p:cNvPr id="50" name="TextBox 38">
              <a:extLst>
                <a:ext uri="{FF2B5EF4-FFF2-40B4-BE49-F238E27FC236}">
                  <a16:creationId xmlns:a16="http://schemas.microsoft.com/office/drawing/2014/main" id="{0EE0831C-527F-869A-6C83-8C8382E2DE4E}"/>
                </a:ext>
              </a:extLst>
            </p:cNvPr>
            <p:cNvSpPr txBox="1"/>
            <p:nvPr/>
          </p:nvSpPr>
          <p:spPr>
            <a:xfrm>
              <a:off x="1833245" y="-45212"/>
              <a:ext cx="6251120" cy="556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Continuité de la réponse</a:t>
              </a:r>
            </a:p>
          </p:txBody>
        </p:sp>
        <p:sp>
          <p:nvSpPr>
            <p:cNvPr id="51" name="TextBox 39">
              <a:extLst>
                <a:ext uri="{FF2B5EF4-FFF2-40B4-BE49-F238E27FC236}">
                  <a16:creationId xmlns:a16="http://schemas.microsoft.com/office/drawing/2014/main" id="{C53DE424-5C81-6CBF-4F36-F8FC4B7066B2}"/>
                </a:ext>
              </a:extLst>
            </p:cNvPr>
            <p:cNvSpPr txBox="1"/>
            <p:nvPr/>
          </p:nvSpPr>
          <p:spPr>
            <a:xfrm>
              <a:off x="1833245" y="553212"/>
              <a:ext cx="7877699" cy="8207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fr-FR" sz="20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Automatiser la mitigation 24/7 tout en gardant traçabilité, audit et moindre privilège.</a:t>
              </a:r>
            </a:p>
          </p:txBody>
        </p:sp>
      </p:grpSp>
      <p:sp>
        <p:nvSpPr>
          <p:cNvPr id="54" name="TextBox 47">
            <a:extLst>
              <a:ext uri="{FF2B5EF4-FFF2-40B4-BE49-F238E27FC236}">
                <a16:creationId xmlns:a16="http://schemas.microsoft.com/office/drawing/2014/main" id="{6E07FB1E-7096-0453-C1BB-BE00F0FE16BD}"/>
              </a:ext>
            </a:extLst>
          </p:cNvPr>
          <p:cNvSpPr txBox="1"/>
          <p:nvPr/>
        </p:nvSpPr>
        <p:spPr>
          <a:xfrm>
            <a:off x="9532781" y="8606837"/>
            <a:ext cx="1031684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0F7F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05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1F0AC385-F4E4-6115-80B9-62DFE2249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4546" r="9607" b="8710"/>
          <a:stretch>
            <a:fillRect/>
          </a:stretch>
        </p:blipFill>
        <p:spPr>
          <a:xfrm>
            <a:off x="1938838" y="2962783"/>
            <a:ext cx="5908275" cy="5951076"/>
          </a:xfrm>
          <a:prstGeom prst="rect">
            <a:avLst/>
          </a:prstGeom>
        </p:spPr>
      </p:pic>
      <p:sp>
        <p:nvSpPr>
          <p:cNvPr id="56" name="TextBox 2">
            <a:extLst>
              <a:ext uri="{FF2B5EF4-FFF2-40B4-BE49-F238E27FC236}">
                <a16:creationId xmlns:a16="http://schemas.microsoft.com/office/drawing/2014/main" id="{34A2E3C1-2F55-21F7-01A4-B52D71893D7C}"/>
              </a:ext>
            </a:extLst>
          </p:cNvPr>
          <p:cNvSpPr txBox="1"/>
          <p:nvPr/>
        </p:nvSpPr>
        <p:spPr>
          <a:xfrm>
            <a:off x="-1021025" y="9320411"/>
            <a:ext cx="6812225" cy="755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4"/>
              </a:lnSpc>
              <a:spcBef>
                <a:spcPct val="0"/>
              </a:spcBef>
            </a:pPr>
            <a:r>
              <a:rPr lang="en-US" sz="4000" b="1">
                <a:solidFill>
                  <a:srgbClr val="F0F7F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Étude de </a:t>
            </a:r>
            <a:r>
              <a:rPr lang="en-US" sz="4000" b="1" err="1">
                <a:solidFill>
                  <a:srgbClr val="F0F7F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l’existant</a:t>
            </a:r>
            <a:endParaRPr lang="en-US" sz="4000" b="1">
              <a:solidFill>
                <a:srgbClr val="F0F7FE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294175" y="921251"/>
            <a:ext cx="6206067" cy="776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4"/>
              </a:lnSpc>
              <a:spcBef>
                <a:spcPct val="0"/>
              </a:spcBef>
            </a:pPr>
            <a:r>
              <a:rPr lang="en-US" sz="4717" b="1">
                <a:solidFill>
                  <a:srgbClr val="FF658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Étude de </a:t>
            </a:r>
            <a:r>
              <a:rPr lang="en-US" sz="4717" b="1" err="1">
                <a:solidFill>
                  <a:srgbClr val="FF658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l’existant</a:t>
            </a:r>
            <a:endParaRPr lang="en-US" sz="4717" b="1">
              <a:solidFill>
                <a:srgbClr val="FF6584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821180" y="3649595"/>
            <a:ext cx="14935200" cy="45719"/>
            <a:chOff x="225871" y="-226482"/>
            <a:chExt cx="13208000" cy="635000"/>
          </a:xfrm>
        </p:grpSpPr>
        <p:sp>
          <p:nvSpPr>
            <p:cNvPr id="4" name="Freeform 4"/>
            <p:cNvSpPr/>
            <p:nvPr/>
          </p:nvSpPr>
          <p:spPr>
            <a:xfrm>
              <a:off x="225871" y="-226482"/>
              <a:ext cx="13208000" cy="635000"/>
            </a:xfrm>
            <a:custGeom>
              <a:avLst/>
              <a:gdLst/>
              <a:ahLst/>
              <a:cxnLst/>
              <a:rect l="l" t="t" r="r" b="b"/>
              <a:pathLst>
                <a:path w="13208000" h="635000">
                  <a:moveTo>
                    <a:pt x="63500" y="0"/>
                  </a:moveTo>
                  <a:lnTo>
                    <a:pt x="13144500" y="0"/>
                  </a:lnTo>
                  <a:cubicBezTo>
                    <a:pt x="13179571" y="0"/>
                    <a:pt x="13208000" y="28430"/>
                    <a:pt x="13208000" y="63500"/>
                  </a:cubicBezTo>
                  <a:lnTo>
                    <a:pt x="13208000" y="571500"/>
                  </a:lnTo>
                  <a:cubicBezTo>
                    <a:pt x="13208000" y="606570"/>
                    <a:pt x="13179571" y="635000"/>
                    <a:pt x="131445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6C63FF"/>
            </a:solidFill>
          </p:spPr>
          <p:txBody>
            <a:bodyPr/>
            <a:lstStyle/>
            <a:p>
              <a:endParaRPr lang="fr-TN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821180" y="3337631"/>
            <a:ext cx="1185009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772"/>
              </a:lnSpc>
              <a:spcBef>
                <a:spcPct val="0"/>
              </a:spcBef>
            </a:pPr>
            <a:r>
              <a:rPr lang="en-US" sz="1772" b="1" u="none" strike="noStrike">
                <a:solidFill>
                  <a:srgbClr val="6C63FF"/>
                </a:solidFill>
                <a:latin typeface="Inter Bold"/>
                <a:ea typeface="Inter Bold"/>
                <a:cs typeface="Inter Bold"/>
                <a:sym typeface="Inter Bold"/>
              </a:rPr>
              <a:t>SOLUTION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63444" y="3330520"/>
            <a:ext cx="2194477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72"/>
              </a:lnSpc>
              <a:spcBef>
                <a:spcPct val="0"/>
              </a:spcBef>
            </a:pPr>
            <a:r>
              <a:rPr lang="en-US" sz="1772" b="1" u="none" strike="noStrike">
                <a:solidFill>
                  <a:srgbClr val="6C63FF"/>
                </a:solidFill>
                <a:latin typeface="Inter Bold"/>
                <a:ea typeface="Inter Bold"/>
                <a:cs typeface="Inter Bold"/>
                <a:sym typeface="Inter Bold"/>
              </a:rPr>
              <a:t>Points forts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09583" y="3361026"/>
            <a:ext cx="2194477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72"/>
              </a:lnSpc>
              <a:spcBef>
                <a:spcPct val="0"/>
              </a:spcBef>
            </a:pPr>
            <a:r>
              <a:rPr lang="en-US" sz="1772" b="1" u="none" strike="noStrike" err="1">
                <a:solidFill>
                  <a:srgbClr val="6C63FF"/>
                </a:solidFill>
                <a:latin typeface="Inter Bold"/>
                <a:ea typeface="Inter Bold"/>
                <a:cs typeface="Inter Bold"/>
                <a:sym typeface="Inter Bold"/>
              </a:rPr>
              <a:t>Limites</a:t>
            </a:r>
            <a:endParaRPr lang="en-US" sz="1772" b="1" u="none" strike="noStrike">
              <a:solidFill>
                <a:srgbClr val="6C63FF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922195" y="4140695"/>
            <a:ext cx="1480064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949"/>
              </a:lnSpc>
              <a:spcBef>
                <a:spcPct val="0"/>
              </a:spcBef>
            </a:pPr>
            <a:r>
              <a:rPr lang="en-US" sz="1949" b="1" u="none" strike="noStrike">
                <a:solidFill>
                  <a:srgbClr val="1A1A2E"/>
                </a:solidFill>
                <a:latin typeface="Inter"/>
                <a:ea typeface="Inter"/>
                <a:cs typeface="Inter"/>
                <a:sym typeface="Inter"/>
              </a:rPr>
              <a:t>Snort / Zeek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21180" y="4930549"/>
            <a:ext cx="3962193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949"/>
              </a:lnSpc>
              <a:spcBef>
                <a:spcPct val="0"/>
              </a:spcBef>
            </a:pPr>
            <a:r>
              <a:rPr lang="en-US" sz="1949" b="1" u="none" strike="noStrike">
                <a:solidFill>
                  <a:srgbClr val="1A1A2E"/>
                </a:solidFill>
                <a:latin typeface="Inter"/>
                <a:ea typeface="Inter"/>
                <a:cs typeface="Inter"/>
                <a:sym typeface="Inter"/>
              </a:rPr>
              <a:t>Splunk ES / </a:t>
            </a:r>
            <a:r>
              <a:rPr lang="en-US" sz="1949" b="1" u="none" strike="noStrike" err="1">
                <a:solidFill>
                  <a:srgbClr val="1A1A2E"/>
                </a:solidFill>
                <a:latin typeface="Inter"/>
                <a:ea typeface="Inter"/>
                <a:cs typeface="Inter"/>
                <a:sym typeface="Inter"/>
              </a:rPr>
              <a:t>QRadar</a:t>
            </a:r>
            <a:r>
              <a:rPr lang="en-US" sz="1949" b="1" u="none" strike="noStrike">
                <a:solidFill>
                  <a:srgbClr val="1A1A2E"/>
                </a:solidFill>
                <a:latin typeface="Inter"/>
                <a:ea typeface="Inter"/>
                <a:cs typeface="Inter"/>
                <a:sym typeface="Inter"/>
              </a:rPr>
              <a:t> (SIEM-SOAR)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821180" y="5673753"/>
            <a:ext cx="3842264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949"/>
              </a:lnSpc>
              <a:spcBef>
                <a:spcPct val="0"/>
              </a:spcBef>
            </a:pPr>
            <a:r>
              <a:rPr lang="en-US" sz="1949" b="1" u="none" strike="noStrike">
                <a:solidFill>
                  <a:srgbClr val="1A1A2E"/>
                </a:solidFill>
                <a:latin typeface="Inter"/>
                <a:ea typeface="Inter"/>
                <a:cs typeface="Inter"/>
                <a:sym typeface="Inter"/>
              </a:rPr>
              <a:t>Darktrace (IA </a:t>
            </a:r>
            <a:r>
              <a:rPr lang="en-US" sz="1949" b="1" u="none" strike="noStrike" err="1">
                <a:solidFill>
                  <a:srgbClr val="1A1A2E"/>
                </a:solidFill>
                <a:latin typeface="Inter"/>
                <a:ea typeface="Inter"/>
                <a:cs typeface="Inter"/>
                <a:sym typeface="Inter"/>
              </a:rPr>
              <a:t>comportementale</a:t>
            </a:r>
            <a:r>
              <a:rPr lang="en-US" sz="1949" b="1" u="none" strike="noStrike">
                <a:solidFill>
                  <a:srgbClr val="1A1A2E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1828800" y="6547878"/>
            <a:ext cx="14935200" cy="1025062"/>
            <a:chOff x="0" y="0"/>
            <a:chExt cx="13208000" cy="5588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3208000" cy="558800"/>
            </a:xfrm>
            <a:custGeom>
              <a:avLst/>
              <a:gdLst/>
              <a:ahLst/>
              <a:cxnLst/>
              <a:rect l="l" t="t" r="r" b="b"/>
              <a:pathLst>
                <a:path w="13208000" h="558800">
                  <a:moveTo>
                    <a:pt x="55880" y="0"/>
                  </a:moveTo>
                  <a:lnTo>
                    <a:pt x="13152120" y="0"/>
                  </a:lnTo>
                  <a:cubicBezTo>
                    <a:pt x="13166940" y="0"/>
                    <a:pt x="13181154" y="5887"/>
                    <a:pt x="13191634" y="16367"/>
                  </a:cubicBezTo>
                  <a:cubicBezTo>
                    <a:pt x="13202112" y="26846"/>
                    <a:pt x="13208000" y="41060"/>
                    <a:pt x="13208000" y="55880"/>
                  </a:cubicBezTo>
                  <a:lnTo>
                    <a:pt x="13208000" y="502920"/>
                  </a:lnTo>
                  <a:cubicBezTo>
                    <a:pt x="13208000" y="517740"/>
                    <a:pt x="13202112" y="531954"/>
                    <a:pt x="13191634" y="542433"/>
                  </a:cubicBezTo>
                  <a:cubicBezTo>
                    <a:pt x="13181154" y="552913"/>
                    <a:pt x="13166940" y="558800"/>
                    <a:pt x="13152120" y="558800"/>
                  </a:cubicBezTo>
                  <a:lnTo>
                    <a:pt x="55880" y="558800"/>
                  </a:lnTo>
                  <a:cubicBezTo>
                    <a:pt x="41060" y="558800"/>
                    <a:pt x="26846" y="552913"/>
                    <a:pt x="16367" y="542433"/>
                  </a:cubicBezTo>
                  <a:cubicBezTo>
                    <a:pt x="5887" y="531954"/>
                    <a:pt x="0" y="517740"/>
                    <a:pt x="0" y="502920"/>
                  </a:cubicBezTo>
                  <a:lnTo>
                    <a:pt x="0" y="55880"/>
                  </a:lnTo>
                  <a:cubicBezTo>
                    <a:pt x="0" y="25018"/>
                    <a:pt x="25018" y="0"/>
                    <a:pt x="55880" y="0"/>
                  </a:cubicBezTo>
                  <a:close/>
                </a:path>
              </a:pathLst>
            </a:custGeom>
            <a:solidFill>
              <a:srgbClr val="6C63FF"/>
            </a:solidFill>
          </p:spPr>
          <p:txBody>
            <a:bodyPr/>
            <a:lstStyle/>
            <a:p>
              <a:endParaRPr lang="fr-TN"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2048709" y="6969418"/>
            <a:ext cx="1227035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949"/>
              </a:lnSpc>
              <a:spcBef>
                <a:spcPct val="0"/>
              </a:spcBef>
            </a:pPr>
            <a:r>
              <a:rPr lang="en-US" sz="1949" b="1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NG-IDPS</a:t>
            </a:r>
          </a:p>
        </p:txBody>
      </p:sp>
      <p:sp>
        <p:nvSpPr>
          <p:cNvPr id="105" name="TextBox 14">
            <a:extLst>
              <a:ext uri="{FF2B5EF4-FFF2-40B4-BE49-F238E27FC236}">
                <a16:creationId xmlns:a16="http://schemas.microsoft.com/office/drawing/2014/main" id="{18D4E9E8-C674-65F4-3DCD-1FC5CFB97F09}"/>
              </a:ext>
            </a:extLst>
          </p:cNvPr>
          <p:cNvSpPr txBox="1"/>
          <p:nvPr/>
        </p:nvSpPr>
        <p:spPr>
          <a:xfrm>
            <a:off x="6109940" y="4040091"/>
            <a:ext cx="4343400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949"/>
              </a:lnSpc>
              <a:spcBef>
                <a:spcPct val="0"/>
              </a:spcBef>
            </a:pPr>
            <a:r>
              <a:rPr lang="fr-FR" sz="1949" u="none" strike="noStrike">
                <a:solidFill>
                  <a:srgbClr val="1A1A2E"/>
                </a:solidFill>
                <a:latin typeface="Inter"/>
                <a:ea typeface="Inter"/>
                <a:cs typeface="Inter"/>
                <a:sym typeface="Inter"/>
              </a:rPr>
              <a:t>Détection par signatures / analyse de protocole</a:t>
            </a:r>
          </a:p>
        </p:txBody>
      </p:sp>
      <p:sp>
        <p:nvSpPr>
          <p:cNvPr id="107" name="TextBox 14">
            <a:extLst>
              <a:ext uri="{FF2B5EF4-FFF2-40B4-BE49-F238E27FC236}">
                <a16:creationId xmlns:a16="http://schemas.microsoft.com/office/drawing/2014/main" id="{F5BD46F0-D8A1-0340-E39D-52B8EF8C18FE}"/>
              </a:ext>
            </a:extLst>
          </p:cNvPr>
          <p:cNvSpPr txBox="1"/>
          <p:nvPr/>
        </p:nvSpPr>
        <p:spPr>
          <a:xfrm>
            <a:off x="6109940" y="4943423"/>
            <a:ext cx="4724400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949"/>
              </a:lnSpc>
              <a:spcBef>
                <a:spcPct val="0"/>
              </a:spcBef>
            </a:pPr>
            <a:r>
              <a:rPr lang="en-US" sz="1949" u="none" strike="noStrike" err="1">
                <a:solidFill>
                  <a:srgbClr val="1A1A2E"/>
                </a:solidFill>
                <a:latin typeface="Inter"/>
                <a:ea typeface="Inter"/>
                <a:cs typeface="Inter"/>
                <a:sym typeface="Inter"/>
              </a:rPr>
              <a:t>Corrélation</a:t>
            </a:r>
            <a:r>
              <a:rPr lang="en-US" sz="1949" u="none" strike="noStrike">
                <a:solidFill>
                  <a:srgbClr val="1A1A2E"/>
                </a:solidFill>
                <a:latin typeface="Inter"/>
                <a:ea typeface="Inter"/>
                <a:cs typeface="Inter"/>
                <a:sym typeface="Inter"/>
              </a:rPr>
              <a:t>, orchestration, SOAR mature</a:t>
            </a:r>
          </a:p>
        </p:txBody>
      </p:sp>
      <p:sp>
        <p:nvSpPr>
          <p:cNvPr id="109" name="TextBox 14">
            <a:extLst>
              <a:ext uri="{FF2B5EF4-FFF2-40B4-BE49-F238E27FC236}">
                <a16:creationId xmlns:a16="http://schemas.microsoft.com/office/drawing/2014/main" id="{D0747B83-F41A-BE82-6C35-5CA35773C8D3}"/>
              </a:ext>
            </a:extLst>
          </p:cNvPr>
          <p:cNvSpPr txBox="1"/>
          <p:nvPr/>
        </p:nvSpPr>
        <p:spPr>
          <a:xfrm>
            <a:off x="6109940" y="5696613"/>
            <a:ext cx="4724400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949"/>
              </a:lnSpc>
              <a:spcBef>
                <a:spcPct val="0"/>
              </a:spcBef>
            </a:pPr>
            <a:r>
              <a:rPr lang="fr-FR" sz="1949" u="none" strike="noStrike">
                <a:solidFill>
                  <a:srgbClr val="1A1A2E"/>
                </a:solidFill>
                <a:latin typeface="Inter"/>
                <a:ea typeface="Inter"/>
                <a:cs typeface="Inter"/>
                <a:sym typeface="Inter"/>
              </a:rPr>
              <a:t>Détection comportementale par IA avancée</a:t>
            </a:r>
          </a:p>
        </p:txBody>
      </p:sp>
      <p:sp>
        <p:nvSpPr>
          <p:cNvPr id="115" name="TextBox 14">
            <a:extLst>
              <a:ext uri="{FF2B5EF4-FFF2-40B4-BE49-F238E27FC236}">
                <a16:creationId xmlns:a16="http://schemas.microsoft.com/office/drawing/2014/main" id="{AFF29230-8165-93B6-8677-0D4F1357CA82}"/>
              </a:ext>
            </a:extLst>
          </p:cNvPr>
          <p:cNvSpPr txBox="1"/>
          <p:nvPr/>
        </p:nvSpPr>
        <p:spPr>
          <a:xfrm>
            <a:off x="11412854" y="4000500"/>
            <a:ext cx="5343526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949"/>
              </a:lnSpc>
              <a:spcBef>
                <a:spcPct val="0"/>
              </a:spcBef>
            </a:pPr>
            <a:r>
              <a:rPr lang="fr-FR" sz="1949" u="none" strike="noStrike">
                <a:solidFill>
                  <a:srgbClr val="1A1A2E"/>
                </a:solidFill>
                <a:latin typeface="Inter"/>
                <a:ea typeface="Inter"/>
                <a:cs typeface="Inter"/>
                <a:sym typeface="Inter"/>
              </a:rPr>
              <a:t>Pas de comportemental natif ni d'orchestration intégrée</a:t>
            </a:r>
          </a:p>
        </p:txBody>
      </p:sp>
      <p:sp>
        <p:nvSpPr>
          <p:cNvPr id="117" name="TextBox 14">
            <a:extLst>
              <a:ext uri="{FF2B5EF4-FFF2-40B4-BE49-F238E27FC236}">
                <a16:creationId xmlns:a16="http://schemas.microsoft.com/office/drawing/2014/main" id="{F8D38538-9737-0EAC-1743-5764CC4F2B44}"/>
              </a:ext>
            </a:extLst>
          </p:cNvPr>
          <p:cNvSpPr txBox="1"/>
          <p:nvPr/>
        </p:nvSpPr>
        <p:spPr>
          <a:xfrm>
            <a:off x="11417617" y="4838700"/>
            <a:ext cx="4724400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949"/>
              </a:lnSpc>
              <a:spcBef>
                <a:spcPct val="0"/>
              </a:spcBef>
            </a:pPr>
            <a:r>
              <a:rPr lang="fr-FR" sz="1949" u="none" strike="noStrike">
                <a:solidFill>
                  <a:srgbClr val="1A1A2E"/>
                </a:solidFill>
                <a:latin typeface="Inter"/>
                <a:ea typeface="Inter"/>
                <a:cs typeface="Inter"/>
                <a:sym typeface="Inter"/>
              </a:rPr>
              <a:t>Coût de licence élevé, dépendance cloud/éditeur</a:t>
            </a:r>
          </a:p>
        </p:txBody>
      </p:sp>
      <p:sp>
        <p:nvSpPr>
          <p:cNvPr id="119" name="TextBox 14">
            <a:extLst>
              <a:ext uri="{FF2B5EF4-FFF2-40B4-BE49-F238E27FC236}">
                <a16:creationId xmlns:a16="http://schemas.microsoft.com/office/drawing/2014/main" id="{D3691284-4B20-6280-CD88-618700B4D727}"/>
              </a:ext>
            </a:extLst>
          </p:cNvPr>
          <p:cNvSpPr txBox="1"/>
          <p:nvPr/>
        </p:nvSpPr>
        <p:spPr>
          <a:xfrm>
            <a:off x="11412854" y="5708970"/>
            <a:ext cx="4724400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949"/>
              </a:lnSpc>
              <a:spcBef>
                <a:spcPct val="0"/>
              </a:spcBef>
            </a:pPr>
            <a:r>
              <a:rPr lang="fr-FR" sz="1949" u="none" strike="noStrike">
                <a:solidFill>
                  <a:srgbClr val="1A1A2E"/>
                </a:solidFill>
                <a:latin typeface="Inter"/>
                <a:ea typeface="Inter"/>
                <a:cs typeface="Inter"/>
                <a:sym typeface="Inter"/>
              </a:rPr>
              <a:t>Boîte noire propriétaire, modèle non auto-</a:t>
            </a:r>
            <a:r>
              <a:rPr lang="fr-FR" sz="1949" u="none" strike="noStrike" err="1">
                <a:solidFill>
                  <a:srgbClr val="1A1A2E"/>
                </a:solidFill>
                <a:latin typeface="Inter"/>
                <a:ea typeface="Inter"/>
                <a:cs typeface="Inter"/>
                <a:sym typeface="Inter"/>
              </a:rPr>
              <a:t>hébergeable</a:t>
            </a:r>
            <a:endParaRPr lang="fr-FR" sz="1949" u="none" strike="noStrike">
              <a:solidFill>
                <a:srgbClr val="1A1A2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3" name="TextBox 14">
            <a:extLst>
              <a:ext uri="{FF2B5EF4-FFF2-40B4-BE49-F238E27FC236}">
                <a16:creationId xmlns:a16="http://schemas.microsoft.com/office/drawing/2014/main" id="{6881B76F-5E82-DECC-610F-40E93252C02D}"/>
              </a:ext>
            </a:extLst>
          </p:cNvPr>
          <p:cNvSpPr txBox="1"/>
          <p:nvPr/>
        </p:nvSpPr>
        <p:spPr>
          <a:xfrm>
            <a:off x="6088380" y="6816753"/>
            <a:ext cx="4724400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949"/>
              </a:lnSpc>
              <a:spcBef>
                <a:spcPct val="0"/>
              </a:spcBef>
            </a:pPr>
            <a:r>
              <a:rPr lang="fr-FR" sz="1949" u="none" strike="noStrike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Signatures + LSTM-VAE + LLM local </a:t>
            </a:r>
          </a:p>
          <a:p>
            <a:pPr marL="0" lvl="0" indent="0">
              <a:lnSpc>
                <a:spcPts val="1949"/>
              </a:lnSpc>
              <a:spcBef>
                <a:spcPct val="0"/>
              </a:spcBef>
            </a:pPr>
            <a:r>
              <a:rPr lang="fr-FR" sz="1949" u="none" strike="noStrike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+ SOAR autonome, 100% open-source</a:t>
            </a:r>
          </a:p>
        </p:txBody>
      </p:sp>
      <p:sp>
        <p:nvSpPr>
          <p:cNvPr id="125" name="TextBox 14">
            <a:extLst>
              <a:ext uri="{FF2B5EF4-FFF2-40B4-BE49-F238E27FC236}">
                <a16:creationId xmlns:a16="http://schemas.microsoft.com/office/drawing/2014/main" id="{F8D8FC8C-F461-A07D-5E23-24F6FD42F39F}"/>
              </a:ext>
            </a:extLst>
          </p:cNvPr>
          <p:cNvSpPr txBox="1"/>
          <p:nvPr/>
        </p:nvSpPr>
        <p:spPr>
          <a:xfrm>
            <a:off x="11422380" y="6847590"/>
            <a:ext cx="4724400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949"/>
              </a:lnSpc>
              <a:spcBef>
                <a:spcPct val="0"/>
              </a:spcBef>
            </a:pPr>
            <a:r>
              <a:rPr lang="fr-FR" sz="1949" u="none" strike="noStrike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Périmètre validé en laboratoire </a:t>
            </a:r>
          </a:p>
          <a:p>
            <a:pPr marL="0" lvl="0" indent="0">
              <a:lnSpc>
                <a:spcPts val="1949"/>
              </a:lnSpc>
              <a:spcBef>
                <a:spcPct val="0"/>
              </a:spcBef>
            </a:pPr>
            <a:r>
              <a:rPr lang="fr-FR" sz="1949" u="none" strike="noStrike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mono-site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566C17D7-C103-5A89-89DC-8B86C4A41BAB}"/>
              </a:ext>
            </a:extLst>
          </p:cNvPr>
          <p:cNvSpPr txBox="1"/>
          <p:nvPr/>
        </p:nvSpPr>
        <p:spPr>
          <a:xfrm>
            <a:off x="18716354" y="532939"/>
            <a:ext cx="8012972" cy="776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4"/>
              </a:lnSpc>
              <a:spcBef>
                <a:spcPct val="0"/>
              </a:spcBef>
            </a:pPr>
            <a:r>
              <a:rPr lang="en-US" sz="4717" b="1">
                <a:solidFill>
                  <a:srgbClr val="FF658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Notre solution — NG-IDPS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5137514" y="1068142"/>
            <a:ext cx="8012972" cy="776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4"/>
              </a:lnSpc>
              <a:spcBef>
                <a:spcPct val="0"/>
              </a:spcBef>
            </a:pPr>
            <a:r>
              <a:rPr lang="en-US" sz="4717" b="1">
                <a:solidFill>
                  <a:srgbClr val="FF658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Notre solution — NG-IDPS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03325" y="1377087"/>
            <a:ext cx="46796" cy="109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"/>
              </a:lnSpc>
            </a:pPr>
            <a:r>
              <a:rPr lang="en-US" sz="600">
                <a:solidFill>
                  <a:srgbClr val="6B7A99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05712" y="1377087"/>
            <a:ext cx="46796" cy="109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"/>
              </a:lnSpc>
            </a:pPr>
            <a:r>
              <a:rPr lang="en-US" sz="600">
                <a:solidFill>
                  <a:srgbClr val="6B7A99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854C2670-60FC-8749-D517-220D1D07B373}"/>
              </a:ext>
            </a:extLst>
          </p:cNvPr>
          <p:cNvSpPr txBox="1"/>
          <p:nvPr/>
        </p:nvSpPr>
        <p:spPr>
          <a:xfrm>
            <a:off x="-1012222" y="-2247058"/>
            <a:ext cx="6081522" cy="4494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0"/>
              </a:lnSpc>
            </a:pPr>
            <a:r>
              <a:rPr lang="en-US" sz="42000" b="1" spc="-1680">
                <a:gradFill>
                  <a:gsLst>
                    <a:gs pos="0">
                      <a:srgbClr val="FFFFFF">
                        <a:alpha val="7000"/>
                      </a:srgbClr>
                    </a:gs>
                    <a:gs pos="100000">
                      <a:srgbClr val="FFFFFF">
                        <a:alpha val="7000"/>
                      </a:srgbClr>
                    </a:gs>
                  </a:gsLst>
                  <a:lin ang="1620000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02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851586-934C-1AE0-A4F2-08FBFFF248DB}"/>
              </a:ext>
            </a:extLst>
          </p:cNvPr>
          <p:cNvGrpSpPr/>
          <p:nvPr/>
        </p:nvGrpSpPr>
        <p:grpSpPr>
          <a:xfrm>
            <a:off x="2750063" y="2532159"/>
            <a:ext cx="12787873" cy="5222681"/>
            <a:chOff x="2565811" y="3037548"/>
            <a:chExt cx="12787873" cy="5222681"/>
          </a:xfrm>
        </p:grpSpPr>
        <p:sp>
          <p:nvSpPr>
            <p:cNvPr id="7" name="Freeform 7"/>
            <p:cNvSpPr/>
            <p:nvPr/>
          </p:nvSpPr>
          <p:spPr>
            <a:xfrm>
              <a:off x="2565811" y="3037548"/>
              <a:ext cx="5143406" cy="2073488"/>
            </a:xfrm>
            <a:custGeom>
              <a:avLst/>
              <a:gdLst/>
              <a:ahLst/>
              <a:cxnLst/>
              <a:rect l="l" t="t" r="r" b="b"/>
              <a:pathLst>
                <a:path w="5143406" h="1532864">
                  <a:moveTo>
                    <a:pt x="0" y="0"/>
                  </a:moveTo>
                  <a:lnTo>
                    <a:pt x="5143406" y="0"/>
                  </a:lnTo>
                  <a:lnTo>
                    <a:pt x="5143406" y="1532865"/>
                  </a:lnTo>
                  <a:lnTo>
                    <a:pt x="0" y="1532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l="67" t="-188" r="-67" b="-414"/>
              </a:stretch>
            </a:blipFill>
          </p:spPr>
          <p:txBody>
            <a:bodyPr/>
            <a:lstStyle/>
            <a:p>
              <a:endParaRPr lang="fr-T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110844" y="3242261"/>
              <a:ext cx="2551763" cy="2934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544"/>
                </a:lnSpc>
              </a:pPr>
              <a:r>
                <a:rPr lang="en-US" sz="1817" b="1" spc="167" err="1">
                  <a:solidFill>
                    <a:srgbClr val="6C63FF"/>
                  </a:solidFill>
                  <a:latin typeface="Liberation Sans Bold"/>
                  <a:ea typeface="Liberation Sans Bold"/>
                  <a:cs typeface="Liberation Sans Bold"/>
                  <a:sym typeface="Liberation Sans Bold"/>
                </a:rPr>
                <a:t>Détection</a:t>
              </a:r>
              <a:r>
                <a:rPr lang="en-US" sz="1817" b="1" spc="167">
                  <a:solidFill>
                    <a:srgbClr val="6C63FF"/>
                  </a:solidFill>
                  <a:latin typeface="Liberation Sans Bold"/>
                  <a:ea typeface="Liberation Sans Bold"/>
                  <a:cs typeface="Liberation Sans Bold"/>
                  <a:sym typeface="Liberation Sans Bold"/>
                </a:rPr>
                <a:t> </a:t>
              </a:r>
              <a:r>
                <a:rPr lang="en-US" sz="1817" b="1" spc="167" err="1">
                  <a:solidFill>
                    <a:srgbClr val="6C63FF"/>
                  </a:solidFill>
                  <a:latin typeface="Liberation Sans Bold"/>
                  <a:ea typeface="Liberation Sans Bold"/>
                  <a:cs typeface="Liberation Sans Bold"/>
                  <a:sym typeface="Liberation Sans Bold"/>
                </a:rPr>
                <a:t>hybride</a:t>
              </a:r>
              <a:endParaRPr lang="en-US" sz="1817" b="1" spc="167">
                <a:solidFill>
                  <a:srgbClr val="6C63FF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10844" y="3680015"/>
              <a:ext cx="4126615" cy="125893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544"/>
                </a:lnSpc>
              </a:pPr>
              <a:r>
                <a:rPr lang="fr-FR" sz="1817">
                  <a:solidFill>
                    <a:srgbClr val="6B7A99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Suricata (signatures) + LSTM-VAE (comportemental non supervisé) pour couvrir les menaces connues et les </a:t>
              </a:r>
              <a:r>
                <a:rPr lang="fr-FR" sz="1817" err="1">
                  <a:solidFill>
                    <a:srgbClr val="6B7A99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zero-day</a:t>
              </a:r>
              <a:r>
                <a:rPr lang="fr-FR" sz="1817">
                  <a:solidFill>
                    <a:srgbClr val="6B7A99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.</a:t>
              </a: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5447A711-0D89-8AF9-FED8-B72D6EB15638}"/>
                </a:ext>
              </a:extLst>
            </p:cNvPr>
            <p:cNvSpPr/>
            <p:nvPr/>
          </p:nvSpPr>
          <p:spPr>
            <a:xfrm>
              <a:off x="2605911" y="6186741"/>
              <a:ext cx="5143406" cy="2073488"/>
            </a:xfrm>
            <a:custGeom>
              <a:avLst/>
              <a:gdLst/>
              <a:ahLst/>
              <a:cxnLst/>
              <a:rect l="l" t="t" r="r" b="b"/>
              <a:pathLst>
                <a:path w="5143406" h="1532864">
                  <a:moveTo>
                    <a:pt x="0" y="0"/>
                  </a:moveTo>
                  <a:lnTo>
                    <a:pt x="5143406" y="0"/>
                  </a:lnTo>
                  <a:lnTo>
                    <a:pt x="5143406" y="1532865"/>
                  </a:lnTo>
                  <a:lnTo>
                    <a:pt x="0" y="1532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l="67" t="-188" r="-67" b="-414"/>
              </a:stretch>
            </a:blipFill>
          </p:spPr>
          <p:txBody>
            <a:bodyPr/>
            <a:lstStyle/>
            <a:p>
              <a:endParaRPr lang="fr-TN"/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DDCDD000-547B-6F2A-941C-9E4E46B3FCFB}"/>
                </a:ext>
              </a:extLst>
            </p:cNvPr>
            <p:cNvSpPr txBox="1"/>
            <p:nvPr/>
          </p:nvSpPr>
          <p:spPr>
            <a:xfrm>
              <a:off x="3150944" y="6391454"/>
              <a:ext cx="2551763" cy="2934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544"/>
                </a:lnSpc>
              </a:pPr>
              <a:r>
                <a:rPr lang="en-US" sz="1817" b="1" spc="167">
                  <a:solidFill>
                    <a:srgbClr val="6C63FF"/>
                  </a:solidFill>
                  <a:latin typeface="Liberation Sans Bold"/>
                  <a:ea typeface="Liberation Sans Bold"/>
                  <a:cs typeface="Liberation Sans Bold"/>
                  <a:sym typeface="Liberation Sans Bold"/>
                </a:rPr>
                <a:t>SOAR multi-</a:t>
              </a:r>
              <a:r>
                <a:rPr lang="en-US" sz="1817" b="1" spc="167" err="1">
                  <a:solidFill>
                    <a:srgbClr val="6C63FF"/>
                  </a:solidFill>
                  <a:latin typeface="Liberation Sans Bold"/>
                  <a:ea typeface="Liberation Sans Bold"/>
                  <a:cs typeface="Liberation Sans Bold"/>
                  <a:sym typeface="Liberation Sans Bold"/>
                </a:rPr>
                <a:t>paliers</a:t>
              </a:r>
              <a:endParaRPr lang="en-US" sz="1817" b="1" spc="167">
                <a:solidFill>
                  <a:srgbClr val="6C63FF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endParaRPr>
            </a:p>
          </p:txBody>
        </p:sp>
        <p:sp>
          <p:nvSpPr>
            <p:cNvPr id="29" name="TextBox 15">
              <a:extLst>
                <a:ext uri="{FF2B5EF4-FFF2-40B4-BE49-F238E27FC236}">
                  <a16:creationId xmlns:a16="http://schemas.microsoft.com/office/drawing/2014/main" id="{88B538CF-BE48-2744-9FF1-9B068975514D}"/>
                </a:ext>
              </a:extLst>
            </p:cNvPr>
            <p:cNvSpPr txBox="1"/>
            <p:nvPr/>
          </p:nvSpPr>
          <p:spPr>
            <a:xfrm>
              <a:off x="3150944" y="6829208"/>
              <a:ext cx="4126615" cy="125893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544"/>
                </a:lnSpc>
              </a:pPr>
              <a:r>
                <a:rPr lang="fr-FR" sz="1817">
                  <a:solidFill>
                    <a:srgbClr val="6B7A99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Corrélation, score composite de menace et blocage </a:t>
              </a:r>
              <a:r>
                <a:rPr lang="fr-FR" sz="1817" err="1">
                  <a:solidFill>
                    <a:srgbClr val="6B7A99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iptables</a:t>
              </a:r>
              <a:r>
                <a:rPr lang="fr-FR" sz="1817">
                  <a:solidFill>
                    <a:srgbClr val="6B7A99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autonome, avec supervision humaine possible.</a:t>
              </a:r>
            </a:p>
          </p:txBody>
        </p:sp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7A8EC5AA-ACDE-9347-A4DD-0EEEFD4E7058}"/>
                </a:ext>
              </a:extLst>
            </p:cNvPr>
            <p:cNvSpPr/>
            <p:nvPr/>
          </p:nvSpPr>
          <p:spPr>
            <a:xfrm>
              <a:off x="10210278" y="3037548"/>
              <a:ext cx="5143406" cy="2073488"/>
            </a:xfrm>
            <a:custGeom>
              <a:avLst/>
              <a:gdLst/>
              <a:ahLst/>
              <a:cxnLst/>
              <a:rect l="l" t="t" r="r" b="b"/>
              <a:pathLst>
                <a:path w="5143406" h="1532864">
                  <a:moveTo>
                    <a:pt x="0" y="0"/>
                  </a:moveTo>
                  <a:lnTo>
                    <a:pt x="5143406" y="0"/>
                  </a:lnTo>
                  <a:lnTo>
                    <a:pt x="5143406" y="1532865"/>
                  </a:lnTo>
                  <a:lnTo>
                    <a:pt x="0" y="1532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l="67" t="-188" r="-67" b="-414"/>
              </a:stretch>
            </a:blipFill>
          </p:spPr>
          <p:txBody>
            <a:bodyPr/>
            <a:lstStyle/>
            <a:p>
              <a:endParaRPr lang="fr-TN"/>
            </a:p>
          </p:txBody>
        </p:sp>
        <p:sp>
          <p:nvSpPr>
            <p:cNvPr id="33" name="TextBox 10">
              <a:extLst>
                <a:ext uri="{FF2B5EF4-FFF2-40B4-BE49-F238E27FC236}">
                  <a16:creationId xmlns:a16="http://schemas.microsoft.com/office/drawing/2014/main" id="{CBD61239-7148-CA8E-D03B-C508A294EDF8}"/>
                </a:ext>
              </a:extLst>
            </p:cNvPr>
            <p:cNvSpPr txBox="1"/>
            <p:nvPr/>
          </p:nvSpPr>
          <p:spPr>
            <a:xfrm>
              <a:off x="10755311" y="3242261"/>
              <a:ext cx="3276600" cy="2934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544"/>
                </a:lnSpc>
              </a:pPr>
              <a:r>
                <a:rPr lang="en-US" sz="1817" b="1" spc="167" err="1">
                  <a:solidFill>
                    <a:srgbClr val="6C63FF"/>
                  </a:solidFill>
                  <a:latin typeface="Liberation Sans Bold"/>
                  <a:ea typeface="Liberation Sans Bold"/>
                  <a:cs typeface="Liberation Sans Bold"/>
                  <a:sym typeface="Liberation Sans Bold"/>
                </a:rPr>
                <a:t>Analyse</a:t>
              </a:r>
              <a:r>
                <a:rPr lang="en-US" sz="1817" b="1" spc="167">
                  <a:solidFill>
                    <a:srgbClr val="6C63FF"/>
                  </a:solidFill>
                  <a:latin typeface="Liberation Sans Bold"/>
                  <a:ea typeface="Liberation Sans Bold"/>
                  <a:cs typeface="Liberation Sans Bold"/>
                  <a:sym typeface="Liberation Sans Bold"/>
                </a:rPr>
                <a:t> cognitive locale</a:t>
              </a:r>
            </a:p>
          </p:txBody>
        </p:sp>
        <p:sp>
          <p:nvSpPr>
            <p:cNvPr id="35" name="TextBox 15">
              <a:extLst>
                <a:ext uri="{FF2B5EF4-FFF2-40B4-BE49-F238E27FC236}">
                  <a16:creationId xmlns:a16="http://schemas.microsoft.com/office/drawing/2014/main" id="{4B9CEB1C-8AC2-82BC-3E43-B519C665C06C}"/>
                </a:ext>
              </a:extLst>
            </p:cNvPr>
            <p:cNvSpPr txBox="1"/>
            <p:nvPr/>
          </p:nvSpPr>
          <p:spPr>
            <a:xfrm>
              <a:off x="10755311" y="3680015"/>
              <a:ext cx="4126615" cy="125893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544"/>
                </a:lnSpc>
              </a:pPr>
              <a:r>
                <a:rPr lang="fr-FR" sz="1817">
                  <a:solidFill>
                    <a:srgbClr val="6B7A99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Un LLM (</a:t>
              </a:r>
              <a:r>
                <a:rPr lang="fr-FR" sz="1817" err="1">
                  <a:solidFill>
                    <a:srgbClr val="6B7A99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Ollama</a:t>
              </a:r>
              <a:r>
                <a:rPr lang="fr-FR" sz="1817">
                  <a:solidFill>
                    <a:srgbClr val="6B7A99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/ Llama 3) génère un diagnostic structuré en 7 champs, sans dépendance cloud obligatoire.</a:t>
              </a:r>
            </a:p>
          </p:txBody>
        </p:sp>
        <p:sp>
          <p:nvSpPr>
            <p:cNvPr id="37" name="Freeform 7">
              <a:extLst>
                <a:ext uri="{FF2B5EF4-FFF2-40B4-BE49-F238E27FC236}">
                  <a16:creationId xmlns:a16="http://schemas.microsoft.com/office/drawing/2014/main" id="{8C1B675B-2D18-70A7-A0AE-98DB1F57F35D}"/>
                </a:ext>
              </a:extLst>
            </p:cNvPr>
            <p:cNvSpPr/>
            <p:nvPr/>
          </p:nvSpPr>
          <p:spPr>
            <a:xfrm>
              <a:off x="10210278" y="6186741"/>
              <a:ext cx="5143406" cy="2073488"/>
            </a:xfrm>
            <a:custGeom>
              <a:avLst/>
              <a:gdLst/>
              <a:ahLst/>
              <a:cxnLst/>
              <a:rect l="l" t="t" r="r" b="b"/>
              <a:pathLst>
                <a:path w="5143406" h="1532864">
                  <a:moveTo>
                    <a:pt x="0" y="0"/>
                  </a:moveTo>
                  <a:lnTo>
                    <a:pt x="5143406" y="0"/>
                  </a:lnTo>
                  <a:lnTo>
                    <a:pt x="5143406" y="1532865"/>
                  </a:lnTo>
                  <a:lnTo>
                    <a:pt x="0" y="1532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l="67" t="-188" r="-67" b="-414"/>
              </a:stretch>
            </a:blipFill>
          </p:spPr>
          <p:txBody>
            <a:bodyPr/>
            <a:lstStyle/>
            <a:p>
              <a:endParaRPr lang="fr-TN"/>
            </a:p>
          </p:txBody>
        </p:sp>
        <p:sp>
          <p:nvSpPr>
            <p:cNvPr id="39" name="TextBox 10">
              <a:extLst>
                <a:ext uri="{FF2B5EF4-FFF2-40B4-BE49-F238E27FC236}">
                  <a16:creationId xmlns:a16="http://schemas.microsoft.com/office/drawing/2014/main" id="{E33BECD6-9586-EFFD-62EB-11B2F5D73D6E}"/>
                </a:ext>
              </a:extLst>
            </p:cNvPr>
            <p:cNvSpPr txBox="1"/>
            <p:nvPr/>
          </p:nvSpPr>
          <p:spPr>
            <a:xfrm>
              <a:off x="10755311" y="6391454"/>
              <a:ext cx="3657600" cy="2934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544"/>
                </a:lnSpc>
              </a:pPr>
              <a:r>
                <a:rPr lang="en-US" sz="1817" b="1" spc="167">
                  <a:solidFill>
                    <a:srgbClr val="6C63FF"/>
                  </a:solidFill>
                  <a:latin typeface="Liberation Sans Bold"/>
                  <a:ea typeface="Liberation Sans Bold"/>
                  <a:cs typeface="Liberation Sans Bold"/>
                  <a:sym typeface="Liberation Sans Bold"/>
                </a:rPr>
                <a:t>Renseignement &amp; formation</a:t>
              </a:r>
            </a:p>
          </p:txBody>
        </p:sp>
        <p:sp>
          <p:nvSpPr>
            <p:cNvPr id="41" name="TextBox 15">
              <a:extLst>
                <a:ext uri="{FF2B5EF4-FFF2-40B4-BE49-F238E27FC236}">
                  <a16:creationId xmlns:a16="http://schemas.microsoft.com/office/drawing/2014/main" id="{9A3412E0-6026-1EAC-8F23-211D5864CF7C}"/>
                </a:ext>
              </a:extLst>
            </p:cNvPr>
            <p:cNvSpPr txBox="1"/>
            <p:nvPr/>
          </p:nvSpPr>
          <p:spPr>
            <a:xfrm>
              <a:off x="10755311" y="6829208"/>
              <a:ext cx="4126615" cy="125893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544"/>
                </a:lnSpc>
              </a:pPr>
              <a:r>
                <a:rPr lang="fr-FR" sz="1817">
                  <a:solidFill>
                    <a:srgbClr val="6B7A99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Veille CTI, règles Suricata candidates et parcours de sensibilisation ciblés pour le facteur humain.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E0255-3DC3-6E28-0976-93B092F57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6EF8BD8-F48E-A7D3-81AF-3E8C929335D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BD6FB"/>
          </a:solidFill>
        </p:spPr>
        <p:txBody>
          <a:bodyPr/>
          <a:lstStyle/>
          <a:p>
            <a:endParaRPr lang="fr-TN">
              <a:solidFill>
                <a:srgbClr val="9964CC"/>
              </a:solidFill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0FDCEDF-461D-2BA7-E317-3CE4DE08663B}"/>
              </a:ext>
            </a:extLst>
          </p:cNvPr>
          <p:cNvSpPr txBox="1"/>
          <p:nvPr/>
        </p:nvSpPr>
        <p:spPr>
          <a:xfrm>
            <a:off x="1047750" y="3162301"/>
            <a:ext cx="3067050" cy="30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3500" b="1" spc="270">
                <a:solidFill>
                  <a:srgbClr val="9964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SECTION 02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1B97E42-2203-271B-3CE8-BB0827CBBF51}"/>
              </a:ext>
            </a:extLst>
          </p:cNvPr>
          <p:cNvSpPr txBox="1"/>
          <p:nvPr/>
        </p:nvSpPr>
        <p:spPr>
          <a:xfrm>
            <a:off x="1047750" y="3838575"/>
            <a:ext cx="11430000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8850" spc="-265" err="1">
                <a:latin typeface="Times New Roman Bold"/>
                <a:ea typeface="Times New Roman Bold"/>
                <a:cs typeface="Times New Roman Bold"/>
                <a:sym typeface="Times New Roman Bold"/>
              </a:rPr>
              <a:t>Analyse</a:t>
            </a:r>
            <a:r>
              <a:rPr lang="en-US" sz="8850" spc="-265">
                <a:latin typeface="Times New Roman Bold"/>
                <a:ea typeface="Times New Roman Bold"/>
                <a:cs typeface="Times New Roman Bold"/>
                <a:sym typeface="Times New Roman Bold"/>
              </a:rPr>
              <a:t> des </a:t>
            </a:r>
            <a:r>
              <a:rPr lang="en-US" sz="8850" spc="-265" err="1">
                <a:latin typeface="Times New Roman Bold"/>
                <a:ea typeface="Times New Roman Bold"/>
                <a:cs typeface="Times New Roman Bold"/>
                <a:sym typeface="Times New Roman Bold"/>
              </a:rPr>
              <a:t>Besoins</a:t>
            </a:r>
            <a:endParaRPr lang="en-US" sz="8850" spc="-265"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DE18192-94F5-17FC-AC7A-1D5CBA4FB39B}"/>
              </a:ext>
            </a:extLst>
          </p:cNvPr>
          <p:cNvSpPr txBox="1"/>
          <p:nvPr/>
        </p:nvSpPr>
        <p:spPr>
          <a:xfrm>
            <a:off x="1047750" y="5612575"/>
            <a:ext cx="8382000" cy="1803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600"/>
              </a:lnSpc>
              <a:buClr>
                <a:srgbClr val="9964CC"/>
              </a:buClr>
              <a:buFont typeface="Arial"/>
              <a:buChar char="•"/>
            </a:pPr>
            <a:r>
              <a:rPr lang="en-US" sz="2400" err="1">
                <a:latin typeface="Times New Roman"/>
                <a:ea typeface="Times New Roman"/>
                <a:cs typeface="Times New Roman"/>
                <a:sym typeface="Times New Roman"/>
              </a:rPr>
              <a:t>Acteurs</a:t>
            </a:r>
            <a:endParaRPr lang="en-US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8160" lvl="1" indent="-259080" algn="l">
              <a:lnSpc>
                <a:spcPts val="3600"/>
              </a:lnSpc>
              <a:buClr>
                <a:srgbClr val="9964CC"/>
              </a:buClr>
              <a:buFont typeface="Arial"/>
              <a:buChar char="•"/>
            </a:pPr>
            <a:r>
              <a:rPr lang="en-US" sz="2400" err="1">
                <a:latin typeface="Times New Roman"/>
                <a:ea typeface="Times New Roman"/>
                <a:cs typeface="Times New Roman"/>
                <a:sym typeface="Times New Roman"/>
              </a:rPr>
              <a:t>Besoins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err="1">
                <a:latin typeface="Times New Roman"/>
                <a:ea typeface="Times New Roman"/>
                <a:cs typeface="Times New Roman"/>
                <a:sym typeface="Times New Roman"/>
              </a:rPr>
              <a:t>Fonctionnels</a:t>
            </a:r>
            <a:endParaRPr lang="en-US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8160" lvl="1" indent="-259080" algn="l">
              <a:lnSpc>
                <a:spcPts val="3600"/>
              </a:lnSpc>
              <a:buClr>
                <a:srgbClr val="9964CC"/>
              </a:buClr>
              <a:buFont typeface="Arial"/>
              <a:buChar char="•"/>
            </a:pPr>
            <a:r>
              <a:rPr lang="en-US" sz="2400" err="1">
                <a:latin typeface="Times New Roman"/>
                <a:ea typeface="Times New Roman"/>
                <a:cs typeface="Times New Roman"/>
                <a:sym typeface="Times New Roman"/>
              </a:rPr>
              <a:t>Besoins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Non </a:t>
            </a:r>
            <a:r>
              <a:rPr lang="en-US" sz="2400" err="1">
                <a:latin typeface="Times New Roman"/>
                <a:ea typeface="Times New Roman"/>
                <a:cs typeface="Times New Roman"/>
                <a:sym typeface="Times New Roman"/>
              </a:rPr>
              <a:t>Fonctionnels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D1C56E2-7C9D-6A7B-1B8A-39300C2B5C44}"/>
              </a:ext>
            </a:extLst>
          </p:cNvPr>
          <p:cNvSpPr txBox="1"/>
          <p:nvPr/>
        </p:nvSpPr>
        <p:spPr>
          <a:xfrm>
            <a:off x="12206478" y="7050185"/>
            <a:ext cx="6081522" cy="4494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0"/>
              </a:lnSpc>
            </a:pPr>
            <a:r>
              <a:rPr lang="en-US" sz="42000" b="1" spc="-1680">
                <a:solidFill>
                  <a:srgbClr val="9964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02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54DC2023-1C23-C2CE-53D4-979C9B0085C6}"/>
              </a:ext>
            </a:extLst>
          </p:cNvPr>
          <p:cNvSpPr txBox="1"/>
          <p:nvPr/>
        </p:nvSpPr>
        <p:spPr>
          <a:xfrm>
            <a:off x="14706600" y="11077478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Times New Roman" panose="02020603050405020304" pitchFamily="18" charset="0"/>
                <a:sym typeface="Bricolage Grotesque Bold"/>
              </a:rPr>
              <a:t>1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630AD2F1-EDFA-04BF-580A-5E4E964D1296}"/>
              </a:ext>
            </a:extLst>
          </p:cNvPr>
          <p:cNvCxnSpPr>
            <a:cxnSpLocks/>
          </p:cNvCxnSpPr>
          <p:nvPr/>
        </p:nvCxnSpPr>
        <p:spPr>
          <a:xfrm>
            <a:off x="17860471" y="-2552700"/>
            <a:ext cx="0" cy="1640586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e 8">
            <a:extLst>
              <a:ext uri="{FF2B5EF4-FFF2-40B4-BE49-F238E27FC236}">
                <a16:creationId xmlns:a16="http://schemas.microsoft.com/office/drawing/2014/main" id="{114F63EB-D790-FA81-1133-6448C38A3C59}"/>
              </a:ext>
            </a:extLst>
          </p:cNvPr>
          <p:cNvGrpSpPr/>
          <p:nvPr/>
        </p:nvGrpSpPr>
        <p:grpSpPr>
          <a:xfrm>
            <a:off x="17432943" y="-1529187"/>
            <a:ext cx="855057" cy="845229"/>
            <a:chOff x="2059401" y="468086"/>
            <a:chExt cx="570038" cy="563486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81C253D7-3C26-EA07-02BB-7263071F673F}"/>
                </a:ext>
              </a:extLst>
            </p:cNvPr>
            <p:cNvSpPr/>
            <p:nvPr/>
          </p:nvSpPr>
          <p:spPr>
            <a:xfrm>
              <a:off x="2059401" y="468086"/>
              <a:ext cx="570038" cy="563486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TN" sz="2700"/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3E6BB09C-576B-855F-821F-6C620378E4EB}"/>
                </a:ext>
              </a:extLst>
            </p:cNvPr>
            <p:cNvSpPr txBox="1"/>
            <p:nvPr/>
          </p:nvSpPr>
          <p:spPr>
            <a:xfrm>
              <a:off x="2175239" y="488109"/>
              <a:ext cx="338359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fr-FR" sz="45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98436656-ED4F-2FAC-BC5B-9FE78EDC0DAF}"/>
              </a:ext>
            </a:extLst>
          </p:cNvPr>
          <p:cNvCxnSpPr>
            <a:cxnSpLocks/>
          </p:cNvCxnSpPr>
          <p:nvPr/>
        </p:nvCxnSpPr>
        <p:spPr>
          <a:xfrm>
            <a:off x="1066800" y="5143500"/>
            <a:ext cx="1188000" cy="0"/>
          </a:xfrm>
          <a:prstGeom prst="line">
            <a:avLst/>
          </a:prstGeom>
          <a:ln>
            <a:solidFill>
              <a:srgbClr val="9964CC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4" name="Image 13">
            <a:extLst>
              <a:ext uri="{FF2B5EF4-FFF2-40B4-BE49-F238E27FC236}">
                <a16:creationId xmlns:a16="http://schemas.microsoft.com/office/drawing/2014/main" id="{C4AEC1EF-5899-8108-1C61-6F8CFE86E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1457" y="-958509"/>
            <a:ext cx="15197904" cy="854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7762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11">
            <a:extLst>
              <a:ext uri="{FF2B5EF4-FFF2-40B4-BE49-F238E27FC236}">
                <a16:creationId xmlns:a16="http://schemas.microsoft.com/office/drawing/2014/main" id="{30A2A156-A5E3-6FD2-F75D-CD8253E48B04}"/>
              </a:ext>
            </a:extLst>
          </p:cNvPr>
          <p:cNvSpPr/>
          <p:nvPr/>
        </p:nvSpPr>
        <p:spPr>
          <a:xfrm>
            <a:off x="-1993884" y="-1376625"/>
            <a:ext cx="3265715" cy="2955471"/>
          </a:xfrm>
          <a:prstGeom prst="ellipse">
            <a:avLst/>
          </a:prstGeom>
          <a:noFill/>
          <a:ln w="3810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TN" sz="2700">
              <a:solidFill>
                <a:srgbClr val="00195C"/>
              </a:solidFill>
            </a:endParaRP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BC9A1CF1-3C81-E58E-08AC-A51302325768}"/>
              </a:ext>
            </a:extLst>
          </p:cNvPr>
          <p:cNvCxnSpPr>
            <a:cxnSpLocks/>
          </p:cNvCxnSpPr>
          <p:nvPr/>
        </p:nvCxnSpPr>
        <p:spPr>
          <a:xfrm>
            <a:off x="3516630" y="-321384"/>
            <a:ext cx="0" cy="1640586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F3E3D6D9-894B-7A30-56D5-9332AD6A1316}"/>
              </a:ext>
            </a:extLst>
          </p:cNvPr>
          <p:cNvGrpSpPr/>
          <p:nvPr/>
        </p:nvGrpSpPr>
        <p:grpSpPr>
          <a:xfrm>
            <a:off x="3089102" y="702129"/>
            <a:ext cx="855057" cy="845229"/>
            <a:chOff x="2059401" y="468086"/>
            <a:chExt cx="570038" cy="563486"/>
          </a:xfrm>
        </p:grpSpPr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E8BF90F5-2D72-A4F0-D18D-D2F69E59005B}"/>
                </a:ext>
              </a:extLst>
            </p:cNvPr>
            <p:cNvSpPr/>
            <p:nvPr/>
          </p:nvSpPr>
          <p:spPr>
            <a:xfrm>
              <a:off x="2059401" y="468086"/>
              <a:ext cx="570038" cy="563486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TN" sz="2700"/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59CD982B-4BFA-B41A-4290-38AA926A5863}"/>
                </a:ext>
              </a:extLst>
            </p:cNvPr>
            <p:cNvSpPr txBox="1"/>
            <p:nvPr/>
          </p:nvSpPr>
          <p:spPr>
            <a:xfrm>
              <a:off x="2175239" y="488109"/>
              <a:ext cx="338359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fr-FR" sz="45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961BE4D4-D32C-1332-8E77-86BCEAA33D16}"/>
              </a:ext>
            </a:extLst>
          </p:cNvPr>
          <p:cNvGrpSpPr/>
          <p:nvPr/>
        </p:nvGrpSpPr>
        <p:grpSpPr>
          <a:xfrm>
            <a:off x="3089102" y="10659492"/>
            <a:ext cx="1911249" cy="845229"/>
            <a:chOff x="2059401" y="468086"/>
            <a:chExt cx="1274166" cy="563486"/>
          </a:xfrm>
        </p:grpSpPr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12E1F501-1EF7-DF33-8DCD-1F1F6538EB36}"/>
                </a:ext>
              </a:extLst>
            </p:cNvPr>
            <p:cNvSpPr/>
            <p:nvPr/>
          </p:nvSpPr>
          <p:spPr>
            <a:xfrm>
              <a:off x="2059401" y="468086"/>
              <a:ext cx="570038" cy="563486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TN" sz="2700">
                <a:solidFill>
                  <a:schemeClr val="bg1"/>
                </a:solidFill>
              </a:endParaRP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BC20D5F4-C577-8E8A-BBB7-16975C1500FD}"/>
                </a:ext>
              </a:extLst>
            </p:cNvPr>
            <p:cNvSpPr txBox="1"/>
            <p:nvPr/>
          </p:nvSpPr>
          <p:spPr>
            <a:xfrm>
              <a:off x="2150841" y="498566"/>
              <a:ext cx="118272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45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  <p:sp>
        <p:nvSpPr>
          <p:cNvPr id="25" name="ZoneTexte 24">
            <a:extLst>
              <a:ext uri="{FF2B5EF4-FFF2-40B4-BE49-F238E27FC236}">
                <a16:creationId xmlns:a16="http://schemas.microsoft.com/office/drawing/2014/main" id="{40DC4FE8-4379-9051-09EA-EE7F2F8C230C}"/>
              </a:ext>
            </a:extLst>
          </p:cNvPr>
          <p:cNvSpPr txBox="1"/>
          <p:nvPr/>
        </p:nvSpPr>
        <p:spPr>
          <a:xfrm>
            <a:off x="4371687" y="455165"/>
            <a:ext cx="7101069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100">
                <a:solidFill>
                  <a:srgbClr val="FF65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Acteurs</a:t>
            </a:r>
            <a:endParaRPr lang="fr-TN" sz="8100">
              <a:solidFill>
                <a:srgbClr val="FF658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EBDFA967-25C8-50E5-4E88-A8ABD6667ABC}"/>
              </a:ext>
            </a:extLst>
          </p:cNvPr>
          <p:cNvSpPr txBox="1"/>
          <p:nvPr/>
        </p:nvSpPr>
        <p:spPr>
          <a:xfrm rot="16200000">
            <a:off x="-3845148" y="3441367"/>
            <a:ext cx="1157213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>
                <a:solidFill>
                  <a:srgbClr val="7030A0"/>
                </a:solidFill>
                <a:latin typeface="Avalon" pitchFamily="2" charset="0"/>
                <a:cs typeface="Times New Roman" panose="02020603050405020304" pitchFamily="18" charset="0"/>
              </a:rPr>
              <a:t>ANALYSE des besoins</a:t>
            </a:r>
            <a:endParaRPr lang="fr-TN" sz="6600">
              <a:solidFill>
                <a:srgbClr val="7030A0"/>
              </a:solidFill>
              <a:latin typeface="Avalon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B74566-9AA4-C826-AD5E-1EF0D4128D68}"/>
              </a:ext>
            </a:extLst>
          </p:cNvPr>
          <p:cNvGrpSpPr/>
          <p:nvPr/>
        </p:nvGrpSpPr>
        <p:grpSpPr>
          <a:xfrm>
            <a:off x="5486400" y="2942082"/>
            <a:ext cx="8915400" cy="1144458"/>
            <a:chOff x="5486400" y="2942082"/>
            <a:chExt cx="8915400" cy="1144458"/>
          </a:xfrm>
        </p:grpSpPr>
        <p:sp>
          <p:nvSpPr>
            <p:cNvPr id="6" name="TextBox 20">
              <a:extLst>
                <a:ext uri="{FF2B5EF4-FFF2-40B4-BE49-F238E27FC236}">
                  <a16:creationId xmlns:a16="http://schemas.microsoft.com/office/drawing/2014/main" id="{2577C069-E751-7C7E-364A-D40F0509B105}"/>
                </a:ext>
              </a:extLst>
            </p:cNvPr>
            <p:cNvSpPr txBox="1"/>
            <p:nvPr/>
          </p:nvSpPr>
          <p:spPr>
            <a:xfrm>
              <a:off x="6243087" y="2942082"/>
              <a:ext cx="4688341" cy="4175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Administrateur SOC </a:t>
              </a:r>
              <a:r>
                <a:rPr lang="en-US" sz="2499" b="1">
                  <a:solidFill>
                    <a:schemeClr val="bg1">
                      <a:lumMod val="65000"/>
                    </a:schemeClr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( Principal )</a:t>
              </a:r>
            </a:p>
          </p:txBody>
        </p:sp>
        <p:sp>
          <p:nvSpPr>
            <p:cNvPr id="8" name="TextBox 21">
              <a:extLst>
                <a:ext uri="{FF2B5EF4-FFF2-40B4-BE49-F238E27FC236}">
                  <a16:creationId xmlns:a16="http://schemas.microsoft.com/office/drawing/2014/main" id="{6B150BBC-A0B9-6E4A-7FF6-20C3ADCEF41D}"/>
                </a:ext>
              </a:extLst>
            </p:cNvPr>
            <p:cNvSpPr txBox="1"/>
            <p:nvPr/>
          </p:nvSpPr>
          <p:spPr>
            <a:xfrm>
              <a:off x="6243087" y="3390900"/>
              <a:ext cx="8158713" cy="6956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18000"/>
                </a:lnSpc>
              </a:pPr>
              <a:r>
                <a:rPr lang="fr-FR" sz="200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Supervise le système, consulte les alertes, pilote la réponse (confirmer / bloquer / débloquer) depuis le tableau de bord.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5CBAC28-DB5B-701E-4553-8CE1EF26AA56}"/>
                </a:ext>
              </a:extLst>
            </p:cNvPr>
            <p:cNvSpPr/>
            <p:nvPr/>
          </p:nvSpPr>
          <p:spPr>
            <a:xfrm>
              <a:off x="5486400" y="3044714"/>
              <a:ext cx="629760" cy="6297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FCF6FB2-1698-6E45-1CCF-BEB18B9EDF90}"/>
              </a:ext>
            </a:extLst>
          </p:cNvPr>
          <p:cNvGrpSpPr/>
          <p:nvPr/>
        </p:nvGrpSpPr>
        <p:grpSpPr>
          <a:xfrm>
            <a:off x="5486400" y="4517541"/>
            <a:ext cx="8915399" cy="1144458"/>
            <a:chOff x="5486400" y="2942082"/>
            <a:chExt cx="8915399" cy="1144458"/>
          </a:xfrm>
        </p:grpSpPr>
        <p:sp>
          <p:nvSpPr>
            <p:cNvPr id="13" name="TextBox 20">
              <a:extLst>
                <a:ext uri="{FF2B5EF4-FFF2-40B4-BE49-F238E27FC236}">
                  <a16:creationId xmlns:a16="http://schemas.microsoft.com/office/drawing/2014/main" id="{184592D7-9608-AE59-32EB-FCCD78316FAB}"/>
                </a:ext>
              </a:extLst>
            </p:cNvPr>
            <p:cNvSpPr txBox="1"/>
            <p:nvPr/>
          </p:nvSpPr>
          <p:spPr>
            <a:xfrm>
              <a:off x="6243087" y="2942082"/>
              <a:ext cx="4688341" cy="4175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Employé </a:t>
              </a:r>
              <a:r>
                <a:rPr lang="en-US" sz="2499" b="1">
                  <a:solidFill>
                    <a:schemeClr val="bg1">
                      <a:lumMod val="65000"/>
                    </a:schemeClr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( Principal )</a:t>
              </a:r>
              <a:endParaRPr lang="en-US" sz="2499" b="1">
                <a:solidFill>
                  <a:srgbClr val="1A1A2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  <p:sp>
          <p:nvSpPr>
            <p:cNvPr id="14" name="TextBox 21">
              <a:extLst>
                <a:ext uri="{FF2B5EF4-FFF2-40B4-BE49-F238E27FC236}">
                  <a16:creationId xmlns:a16="http://schemas.microsoft.com/office/drawing/2014/main" id="{8763CE19-E73F-7FBF-CE60-2C74DB790C7A}"/>
                </a:ext>
              </a:extLst>
            </p:cNvPr>
            <p:cNvSpPr txBox="1"/>
            <p:nvPr/>
          </p:nvSpPr>
          <p:spPr>
            <a:xfrm>
              <a:off x="6243087" y="3390900"/>
              <a:ext cx="8158712" cy="6956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18000"/>
                </a:lnSpc>
              </a:pPr>
              <a:r>
                <a:rPr lang="fr-FR" sz="200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Reçoit les actions de sensibilisation générées à la suite d'un incident impliquant un facteur humain.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C71FB8B-8917-C94B-CC39-6DB2042DE0ED}"/>
                </a:ext>
              </a:extLst>
            </p:cNvPr>
            <p:cNvSpPr/>
            <p:nvPr/>
          </p:nvSpPr>
          <p:spPr>
            <a:xfrm>
              <a:off x="5486400" y="3044714"/>
              <a:ext cx="629760" cy="6297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150486A-2E86-B3CC-DD6E-988A1F9C47E2}"/>
              </a:ext>
            </a:extLst>
          </p:cNvPr>
          <p:cNvGrpSpPr/>
          <p:nvPr/>
        </p:nvGrpSpPr>
        <p:grpSpPr>
          <a:xfrm>
            <a:off x="5486400" y="6195632"/>
            <a:ext cx="8915399" cy="1144458"/>
            <a:chOff x="5486400" y="2942082"/>
            <a:chExt cx="8915399" cy="1144458"/>
          </a:xfrm>
        </p:grpSpPr>
        <p:sp>
          <p:nvSpPr>
            <p:cNvPr id="18" name="TextBox 20">
              <a:extLst>
                <a:ext uri="{FF2B5EF4-FFF2-40B4-BE49-F238E27FC236}">
                  <a16:creationId xmlns:a16="http://schemas.microsoft.com/office/drawing/2014/main" id="{B5ED46BB-B106-449E-501E-75816BBDF731}"/>
                </a:ext>
              </a:extLst>
            </p:cNvPr>
            <p:cNvSpPr txBox="1"/>
            <p:nvPr/>
          </p:nvSpPr>
          <p:spPr>
            <a:xfrm>
              <a:off x="6243087" y="2942082"/>
              <a:ext cx="5644110" cy="41171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Sources de </a:t>
              </a:r>
              <a:r>
                <a:rPr lang="en-US" sz="2499" b="1" err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renseignement</a:t>
              </a:r>
              <a:r>
                <a:rPr lang="en-US" sz="2499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  <a:r>
                <a:rPr lang="en-US" sz="2499" b="1">
                  <a:solidFill>
                    <a:schemeClr val="bg1">
                      <a:lumMod val="65000"/>
                    </a:schemeClr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( Externe )</a:t>
              </a:r>
              <a:endParaRPr lang="en-US" sz="2499" b="1">
                <a:solidFill>
                  <a:srgbClr val="1A1A2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  <p:sp>
          <p:nvSpPr>
            <p:cNvPr id="26" name="TextBox 21">
              <a:extLst>
                <a:ext uri="{FF2B5EF4-FFF2-40B4-BE49-F238E27FC236}">
                  <a16:creationId xmlns:a16="http://schemas.microsoft.com/office/drawing/2014/main" id="{F9865371-E131-FF76-FD62-8CAFCBC5419F}"/>
                </a:ext>
              </a:extLst>
            </p:cNvPr>
            <p:cNvSpPr txBox="1"/>
            <p:nvPr/>
          </p:nvSpPr>
          <p:spPr>
            <a:xfrm>
              <a:off x="6243087" y="3390900"/>
              <a:ext cx="8158712" cy="6956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18000"/>
                </a:lnSpc>
              </a:pPr>
              <a:r>
                <a:rPr lang="fr-FR" sz="200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Flux OSINT et bases de règles publiques alimentant le module de Threat Intelligence (CTI).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E3BEDCB-1C4C-3B56-AD6B-1A73AE5DF02D}"/>
                </a:ext>
              </a:extLst>
            </p:cNvPr>
            <p:cNvSpPr/>
            <p:nvPr/>
          </p:nvSpPr>
          <p:spPr>
            <a:xfrm>
              <a:off x="5486400" y="3044714"/>
              <a:ext cx="629760" cy="6297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0663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D9003C-DC70-9B18-4C27-051743015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11">
            <a:extLst>
              <a:ext uri="{FF2B5EF4-FFF2-40B4-BE49-F238E27FC236}">
                <a16:creationId xmlns:a16="http://schemas.microsoft.com/office/drawing/2014/main" id="{3D74E638-7E37-3034-4068-B2191F76E2A7}"/>
              </a:ext>
            </a:extLst>
          </p:cNvPr>
          <p:cNvSpPr/>
          <p:nvPr/>
        </p:nvSpPr>
        <p:spPr>
          <a:xfrm>
            <a:off x="-1993884" y="-1376625"/>
            <a:ext cx="3265715" cy="2955471"/>
          </a:xfrm>
          <a:prstGeom prst="ellipse">
            <a:avLst/>
          </a:prstGeom>
          <a:noFill/>
          <a:ln w="3810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TN" sz="2700">
              <a:solidFill>
                <a:srgbClr val="00195C"/>
              </a:solidFill>
            </a:endParaRP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99660D2A-14EB-941E-7DC4-1496B6263DC4}"/>
              </a:ext>
            </a:extLst>
          </p:cNvPr>
          <p:cNvCxnSpPr>
            <a:cxnSpLocks/>
          </p:cNvCxnSpPr>
          <p:nvPr/>
        </p:nvCxnSpPr>
        <p:spPr>
          <a:xfrm>
            <a:off x="3516630" y="-321384"/>
            <a:ext cx="0" cy="1640586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0156B4B4-5EA6-7CA2-6CC7-97AA915D9D5A}"/>
              </a:ext>
            </a:extLst>
          </p:cNvPr>
          <p:cNvGrpSpPr/>
          <p:nvPr/>
        </p:nvGrpSpPr>
        <p:grpSpPr>
          <a:xfrm>
            <a:off x="3089102" y="-8783292"/>
            <a:ext cx="855057" cy="845229"/>
            <a:chOff x="2059401" y="468086"/>
            <a:chExt cx="570038" cy="563486"/>
          </a:xfrm>
        </p:grpSpPr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D80B2FF6-C2A5-D020-53FB-6CEF36B06E9A}"/>
                </a:ext>
              </a:extLst>
            </p:cNvPr>
            <p:cNvSpPr/>
            <p:nvPr/>
          </p:nvSpPr>
          <p:spPr>
            <a:xfrm>
              <a:off x="2059401" y="468086"/>
              <a:ext cx="570038" cy="563486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TN" sz="2700"/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EF5F832A-0C26-4D35-98EA-B28A09D3B8CA}"/>
                </a:ext>
              </a:extLst>
            </p:cNvPr>
            <p:cNvSpPr txBox="1"/>
            <p:nvPr/>
          </p:nvSpPr>
          <p:spPr>
            <a:xfrm>
              <a:off x="2175239" y="488109"/>
              <a:ext cx="338359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fr-FR" sz="45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545AA722-F9D4-9E1E-3443-27D7664FB519}"/>
              </a:ext>
            </a:extLst>
          </p:cNvPr>
          <p:cNvGrpSpPr/>
          <p:nvPr/>
        </p:nvGrpSpPr>
        <p:grpSpPr>
          <a:xfrm>
            <a:off x="3089105" y="1174071"/>
            <a:ext cx="1961586" cy="845229"/>
            <a:chOff x="2059401" y="468086"/>
            <a:chExt cx="1307723" cy="563486"/>
          </a:xfrm>
        </p:grpSpPr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BE79A400-DD9F-18C0-ED19-4CCF7C307F40}"/>
                </a:ext>
              </a:extLst>
            </p:cNvPr>
            <p:cNvSpPr/>
            <p:nvPr/>
          </p:nvSpPr>
          <p:spPr>
            <a:xfrm>
              <a:off x="2059401" y="468086"/>
              <a:ext cx="570038" cy="563486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TN" sz="2700">
                <a:solidFill>
                  <a:schemeClr val="bg1"/>
                </a:solidFill>
              </a:endParaRP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EF101559-07EB-D887-75D4-7AEB09D6FD03}"/>
                </a:ext>
              </a:extLst>
            </p:cNvPr>
            <p:cNvSpPr txBox="1"/>
            <p:nvPr/>
          </p:nvSpPr>
          <p:spPr>
            <a:xfrm>
              <a:off x="2184398" y="472772"/>
              <a:ext cx="118272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45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  <p:sp>
        <p:nvSpPr>
          <p:cNvPr id="25" name="ZoneTexte 24">
            <a:extLst>
              <a:ext uri="{FF2B5EF4-FFF2-40B4-BE49-F238E27FC236}">
                <a16:creationId xmlns:a16="http://schemas.microsoft.com/office/drawing/2014/main" id="{B8875F69-17B7-7BEB-B1CF-215214E5F55E}"/>
              </a:ext>
            </a:extLst>
          </p:cNvPr>
          <p:cNvSpPr txBox="1"/>
          <p:nvPr/>
        </p:nvSpPr>
        <p:spPr>
          <a:xfrm>
            <a:off x="4371687" y="862819"/>
            <a:ext cx="949671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100">
                <a:solidFill>
                  <a:srgbClr val="FF65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Besoins fonctionnels</a:t>
            </a:r>
            <a:endParaRPr lang="fr-TN" sz="8100">
              <a:solidFill>
                <a:srgbClr val="FF658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212141D8-2E90-AB14-2577-2809E5CFB807}"/>
              </a:ext>
            </a:extLst>
          </p:cNvPr>
          <p:cNvSpPr txBox="1"/>
          <p:nvPr/>
        </p:nvSpPr>
        <p:spPr>
          <a:xfrm rot="16200000">
            <a:off x="-3845148" y="3441367"/>
            <a:ext cx="1157213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>
                <a:solidFill>
                  <a:srgbClr val="7030A0"/>
                </a:solidFill>
                <a:latin typeface="Avalon" pitchFamily="2" charset="0"/>
                <a:cs typeface="Times New Roman" panose="02020603050405020304" pitchFamily="18" charset="0"/>
              </a:rPr>
              <a:t>ANALYSE des besoins</a:t>
            </a:r>
            <a:endParaRPr lang="fr-TN" sz="6600">
              <a:solidFill>
                <a:srgbClr val="7030A0"/>
              </a:solidFill>
              <a:latin typeface="Avalon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01BDF36C-7841-40F7-5F71-4E1E9B49A075}"/>
              </a:ext>
            </a:extLst>
          </p:cNvPr>
          <p:cNvGrpSpPr/>
          <p:nvPr/>
        </p:nvGrpSpPr>
        <p:grpSpPr>
          <a:xfrm>
            <a:off x="3048000" y="11994471"/>
            <a:ext cx="1961586" cy="845229"/>
            <a:chOff x="2059401" y="468086"/>
            <a:chExt cx="1307723" cy="563486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889128B6-9E50-64D6-E3D4-AA51B11B324F}"/>
                </a:ext>
              </a:extLst>
            </p:cNvPr>
            <p:cNvSpPr/>
            <p:nvPr/>
          </p:nvSpPr>
          <p:spPr>
            <a:xfrm>
              <a:off x="2059401" y="468086"/>
              <a:ext cx="570038" cy="563486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TN" sz="2700">
                <a:solidFill>
                  <a:schemeClr val="bg1"/>
                </a:solidFill>
              </a:endParaRPr>
            </a:p>
          </p:txBody>
        </p:sp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39AED5AA-AE97-6376-4182-F655B6D76713}"/>
                </a:ext>
              </a:extLst>
            </p:cNvPr>
            <p:cNvSpPr txBox="1"/>
            <p:nvPr/>
          </p:nvSpPr>
          <p:spPr>
            <a:xfrm>
              <a:off x="2184398" y="472772"/>
              <a:ext cx="118272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45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</a:p>
          </p:txBody>
        </p:sp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6888CA4-6D90-8567-ED4B-1D4C0D2B64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477448"/>
              </p:ext>
            </p:extLst>
          </p:nvPr>
        </p:nvGraphicFramePr>
        <p:xfrm>
          <a:off x="4434843" y="2781299"/>
          <a:ext cx="12329157" cy="6642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9719">
                  <a:extLst>
                    <a:ext uri="{9D8B030D-6E8A-4147-A177-3AD203B41FA5}">
                      <a16:colId xmlns:a16="http://schemas.microsoft.com/office/drawing/2014/main" val="813895691"/>
                    </a:ext>
                  </a:extLst>
                </a:gridCol>
                <a:gridCol w="4109719">
                  <a:extLst>
                    <a:ext uri="{9D8B030D-6E8A-4147-A177-3AD203B41FA5}">
                      <a16:colId xmlns:a16="http://schemas.microsoft.com/office/drawing/2014/main" val="3961555711"/>
                    </a:ext>
                  </a:extLst>
                </a:gridCol>
                <a:gridCol w="4109719">
                  <a:extLst>
                    <a:ext uri="{9D8B030D-6E8A-4147-A177-3AD203B41FA5}">
                      <a16:colId xmlns:a16="http://schemas.microsoft.com/office/drawing/2014/main" val="1838982385"/>
                    </a:ext>
                  </a:extLst>
                </a:gridCol>
              </a:tblGrid>
              <a:tr h="13400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mbria" pitchFamily="34" charset="-122"/>
                          <a:cs typeface="Times New Roman" panose="02020603050405020304" pitchFamily="18" charset="0"/>
                        </a:rPr>
                        <a:t>Administrateur SOC</a:t>
                      </a:r>
                      <a:endParaRPr lang="en-US" sz="3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Employé</a:t>
                      </a:r>
                      <a:endParaRPr lang="en-US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3200" b="1" i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mbria" pitchFamily="34" charset="-122"/>
                          <a:cs typeface="Times New Roman" panose="02020603050405020304" pitchFamily="18" charset="0"/>
                        </a:rPr>
                        <a:t>Agent autonome </a:t>
                      </a:r>
                      <a:r>
                        <a:rPr lang="en-US" sz="2800" b="1" i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mbria" pitchFamily="34" charset="-122"/>
                          <a:cs typeface="Times New Roman" panose="02020603050405020304" pitchFamily="18" charset="0"/>
                        </a:rPr>
                        <a:t>(système)</a:t>
                      </a:r>
                      <a:endParaRPr lang="en-US" sz="28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252660"/>
                  </a:ext>
                </a:extLst>
              </a:tr>
              <a:tr h="5302832"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S'authentifier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Suivre en temps réel alertes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Consulter et exporter en PDF le rapport d'incident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Confirmer et bloquer manuellement une adresse IP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Superviser l'état des </a:t>
                      </a:r>
                      <a:r>
                        <a:rPr lang="fr-FR" sz="20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VMs</a:t>
                      </a:r>
                      <a:r>
                        <a:rPr lang="fr-FR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/services et consulter la CTI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Recevoir un parcours de sensibilisation adapté à l'incident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Consulter le contenu pédagogique (cours, schémas, QCM)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Passer l'évaluation et obtenir une attestation (score ≥ 70)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Capturer, inspecter et extraire 16 caractéristiques du trafic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Détecter les anomalies comportementales (LSTM-VAE) et filtrer le bruit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Corréler les alertes, calculer un score composite et bloquer (</a:t>
                      </a:r>
                      <a:r>
                        <a:rPr kumimoji="0" lang="fr-FR" sz="2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iptables</a:t>
                      </a:r>
                      <a:r>
                        <a:rPr kumimoji="0" lang="fr-FR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/SSH)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Produire un rapport LLM à 7 champs ; enrichir via CTI ; superviser l'infra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694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07810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522D5E-E736-0B3F-2EA7-D10D590B1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11">
            <a:extLst>
              <a:ext uri="{FF2B5EF4-FFF2-40B4-BE49-F238E27FC236}">
                <a16:creationId xmlns:a16="http://schemas.microsoft.com/office/drawing/2014/main" id="{01B91379-E4F5-1114-99FD-5DA19D49E208}"/>
              </a:ext>
            </a:extLst>
          </p:cNvPr>
          <p:cNvSpPr/>
          <p:nvPr/>
        </p:nvSpPr>
        <p:spPr>
          <a:xfrm>
            <a:off x="-1993884" y="-1376625"/>
            <a:ext cx="3265715" cy="2955471"/>
          </a:xfrm>
          <a:prstGeom prst="ellipse">
            <a:avLst/>
          </a:prstGeom>
          <a:noFill/>
          <a:ln w="3810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TN" sz="2700">
              <a:solidFill>
                <a:srgbClr val="00195C"/>
              </a:solidFill>
            </a:endParaRP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098D2B7A-00D3-5D39-523A-BAB4306E7BB9}"/>
              </a:ext>
            </a:extLst>
          </p:cNvPr>
          <p:cNvCxnSpPr>
            <a:cxnSpLocks/>
          </p:cNvCxnSpPr>
          <p:nvPr/>
        </p:nvCxnSpPr>
        <p:spPr>
          <a:xfrm>
            <a:off x="3516630" y="-11414760"/>
            <a:ext cx="0" cy="2311146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4D93CC3D-705C-DCE3-2FFB-B4502289F933}"/>
              </a:ext>
            </a:extLst>
          </p:cNvPr>
          <p:cNvGrpSpPr/>
          <p:nvPr/>
        </p:nvGrpSpPr>
        <p:grpSpPr>
          <a:xfrm>
            <a:off x="3089102" y="-8783292"/>
            <a:ext cx="855057" cy="845229"/>
            <a:chOff x="2059401" y="468086"/>
            <a:chExt cx="570038" cy="563486"/>
          </a:xfrm>
        </p:grpSpPr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50B3F408-70E5-F919-DAB4-06FFFF307545}"/>
                </a:ext>
              </a:extLst>
            </p:cNvPr>
            <p:cNvSpPr/>
            <p:nvPr/>
          </p:nvSpPr>
          <p:spPr>
            <a:xfrm>
              <a:off x="2059401" y="468086"/>
              <a:ext cx="570038" cy="563486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TN" sz="2700"/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1D9E0FA1-0552-0867-1161-6F7F825268B6}"/>
                </a:ext>
              </a:extLst>
            </p:cNvPr>
            <p:cNvSpPr txBox="1"/>
            <p:nvPr/>
          </p:nvSpPr>
          <p:spPr>
            <a:xfrm>
              <a:off x="2175239" y="488109"/>
              <a:ext cx="338359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fr-FR" sz="45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A08AEAAB-6BD5-F90E-94A6-14F23A2690D7}"/>
              </a:ext>
            </a:extLst>
          </p:cNvPr>
          <p:cNvGrpSpPr/>
          <p:nvPr/>
        </p:nvGrpSpPr>
        <p:grpSpPr>
          <a:xfrm>
            <a:off x="3089105" y="-9919305"/>
            <a:ext cx="1961586" cy="845229"/>
            <a:chOff x="2059401" y="468086"/>
            <a:chExt cx="1307723" cy="563486"/>
          </a:xfrm>
        </p:grpSpPr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F2F64378-881B-E8DC-468F-C0F95626F4C7}"/>
                </a:ext>
              </a:extLst>
            </p:cNvPr>
            <p:cNvSpPr/>
            <p:nvPr/>
          </p:nvSpPr>
          <p:spPr>
            <a:xfrm>
              <a:off x="2059401" y="468086"/>
              <a:ext cx="570038" cy="563486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TN" sz="2700">
                <a:solidFill>
                  <a:schemeClr val="bg1"/>
                </a:solidFill>
              </a:endParaRP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174C6C9E-EE59-3262-A8F6-1C54C2DE1EA2}"/>
                </a:ext>
              </a:extLst>
            </p:cNvPr>
            <p:cNvSpPr txBox="1"/>
            <p:nvPr/>
          </p:nvSpPr>
          <p:spPr>
            <a:xfrm>
              <a:off x="2184398" y="472772"/>
              <a:ext cx="118272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45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</p:grpSp>
      <p:sp>
        <p:nvSpPr>
          <p:cNvPr id="25" name="ZoneTexte 24">
            <a:extLst>
              <a:ext uri="{FF2B5EF4-FFF2-40B4-BE49-F238E27FC236}">
                <a16:creationId xmlns:a16="http://schemas.microsoft.com/office/drawing/2014/main" id="{B242E266-2D31-9076-77B3-C495F08B0E9B}"/>
              </a:ext>
            </a:extLst>
          </p:cNvPr>
          <p:cNvSpPr txBox="1"/>
          <p:nvPr/>
        </p:nvSpPr>
        <p:spPr>
          <a:xfrm>
            <a:off x="4330583" y="707212"/>
            <a:ext cx="12529391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100">
                <a:solidFill>
                  <a:srgbClr val="FF65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Besoins Non fonctionnels</a:t>
            </a:r>
            <a:endParaRPr lang="fr-TN" sz="8100">
              <a:solidFill>
                <a:srgbClr val="FF658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710FEB66-C4A5-72D1-C352-1428C053348D}"/>
              </a:ext>
            </a:extLst>
          </p:cNvPr>
          <p:cNvSpPr txBox="1"/>
          <p:nvPr/>
        </p:nvSpPr>
        <p:spPr>
          <a:xfrm rot="16200000">
            <a:off x="-3845148" y="3441367"/>
            <a:ext cx="1157213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>
                <a:solidFill>
                  <a:srgbClr val="7030A0"/>
                </a:solidFill>
                <a:latin typeface="Avalon" pitchFamily="2" charset="0"/>
                <a:cs typeface="Times New Roman" panose="02020603050405020304" pitchFamily="18" charset="0"/>
              </a:rPr>
              <a:t>ANALYSE des besoins</a:t>
            </a:r>
            <a:endParaRPr lang="fr-TN" sz="6600">
              <a:solidFill>
                <a:srgbClr val="7030A0"/>
              </a:solidFill>
              <a:latin typeface="Avalon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7EF3A163-1AA9-2302-EFF2-E8B1519C0C7E}"/>
              </a:ext>
            </a:extLst>
          </p:cNvPr>
          <p:cNvGrpSpPr/>
          <p:nvPr/>
        </p:nvGrpSpPr>
        <p:grpSpPr>
          <a:xfrm>
            <a:off x="3048000" y="901095"/>
            <a:ext cx="1961586" cy="845229"/>
            <a:chOff x="2059401" y="468086"/>
            <a:chExt cx="1307723" cy="563486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2DA957EB-DEBC-41DC-BDFC-97BC421EE3CE}"/>
                </a:ext>
              </a:extLst>
            </p:cNvPr>
            <p:cNvSpPr/>
            <p:nvPr/>
          </p:nvSpPr>
          <p:spPr>
            <a:xfrm>
              <a:off x="2059401" y="468086"/>
              <a:ext cx="570038" cy="563486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TN" sz="2700">
                <a:solidFill>
                  <a:schemeClr val="bg1"/>
                </a:solidFill>
              </a:endParaRPr>
            </a:p>
          </p:txBody>
        </p:sp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70DC1BD0-A133-482B-1FCE-7164D7490EAF}"/>
                </a:ext>
              </a:extLst>
            </p:cNvPr>
            <p:cNvSpPr txBox="1"/>
            <p:nvPr/>
          </p:nvSpPr>
          <p:spPr>
            <a:xfrm>
              <a:off x="2184398" y="472772"/>
              <a:ext cx="118272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45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</a:p>
          </p:txBody>
        </p:sp>
      </p:grpSp>
      <p:sp>
        <p:nvSpPr>
          <p:cNvPr id="8" name="Rectangle 1">
            <a:extLst>
              <a:ext uri="{FF2B5EF4-FFF2-40B4-BE49-F238E27FC236}">
                <a16:creationId xmlns:a16="http://schemas.microsoft.com/office/drawing/2014/main" id="{9DCBC02E-EF68-00B3-0BAF-63D8CE8D2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T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FB598A-D717-549E-9F1B-8EBB7E32EA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5" t="14347" r="1316" b="7609"/>
          <a:stretch>
            <a:fillRect/>
          </a:stretch>
        </p:blipFill>
        <p:spPr>
          <a:xfrm>
            <a:off x="5797681" y="3064465"/>
            <a:ext cx="9677399" cy="5691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0517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C1D90-F8C7-F1CB-5D27-AC3818D29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173497D-83AA-8363-BE23-AC8F2513CC5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BD6FB"/>
          </a:solidFill>
        </p:spPr>
        <p:txBody>
          <a:bodyPr/>
          <a:lstStyle/>
          <a:p>
            <a:endParaRPr lang="fr-TN">
              <a:solidFill>
                <a:srgbClr val="9964CC"/>
              </a:solidFill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EC81FE6-278F-3C96-5D99-6EA3A20F314F}"/>
              </a:ext>
            </a:extLst>
          </p:cNvPr>
          <p:cNvSpPr txBox="1"/>
          <p:nvPr/>
        </p:nvSpPr>
        <p:spPr>
          <a:xfrm>
            <a:off x="1047750" y="3162301"/>
            <a:ext cx="3067050" cy="30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3500" b="1" spc="270">
                <a:solidFill>
                  <a:srgbClr val="9964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SECTION 03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92BED39-23C9-DAB9-66ED-1B7C16A2D518}"/>
              </a:ext>
            </a:extLst>
          </p:cNvPr>
          <p:cNvSpPr txBox="1"/>
          <p:nvPr/>
        </p:nvSpPr>
        <p:spPr>
          <a:xfrm>
            <a:off x="1047749" y="3838575"/>
            <a:ext cx="14249399" cy="2180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8850" b="1" spc="-265">
                <a:latin typeface="Times New Roman Bold"/>
                <a:ea typeface="Times New Roman Bold"/>
                <a:cs typeface="Times New Roman Bold"/>
                <a:sym typeface="Times New Roman Bold"/>
              </a:rPr>
              <a:t>Environnement de travail</a:t>
            </a:r>
            <a:br>
              <a:rPr lang="en-US" sz="8850" b="1" spc="-265">
                <a:latin typeface="Times New Roman Bold"/>
                <a:ea typeface="Times New Roman Bold"/>
                <a:cs typeface="Times New Roman Bold"/>
                <a:sym typeface="Times New Roman Bold"/>
              </a:rPr>
            </a:br>
            <a:r>
              <a:rPr lang="en-US" sz="8850" b="1" spc="-265">
                <a:latin typeface="Times New Roman Bold"/>
                <a:ea typeface="Times New Roman Bold"/>
                <a:cs typeface="Times New Roman Bold"/>
                <a:sym typeface="Times New Roman Bold"/>
              </a:rPr>
              <a:t> et Architecture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6ADFA7-6652-E431-49BF-B16334B08610}"/>
              </a:ext>
            </a:extLst>
          </p:cNvPr>
          <p:cNvSpPr txBox="1"/>
          <p:nvPr/>
        </p:nvSpPr>
        <p:spPr>
          <a:xfrm>
            <a:off x="1059472" y="6819900"/>
            <a:ext cx="8382000" cy="1341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600"/>
              </a:lnSpc>
              <a:buClr>
                <a:srgbClr val="9964CC"/>
              </a:buClr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Environnement logiciel</a:t>
            </a:r>
          </a:p>
          <a:p>
            <a:pPr marL="518160" lvl="1" indent="-259080" algn="l">
              <a:lnSpc>
                <a:spcPts val="3600"/>
              </a:lnSpc>
              <a:buClr>
                <a:srgbClr val="9964CC"/>
              </a:buClr>
              <a:buFont typeface="Arial"/>
              <a:buChar char="•"/>
            </a:pPr>
            <a:r>
              <a:rPr lang="en-US" sz="2400" err="1">
                <a:latin typeface="Times New Roman"/>
                <a:ea typeface="Times New Roman"/>
                <a:cs typeface="Times New Roman"/>
                <a:sym typeface="Times New Roman"/>
              </a:rPr>
              <a:t>Achitecture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err="1">
                <a:latin typeface="Times New Roman"/>
                <a:ea typeface="Times New Roman"/>
                <a:cs typeface="Times New Roman"/>
                <a:sym typeface="Times New Roman"/>
              </a:rPr>
              <a:t>globale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B459392-4889-A22F-2140-6C8FE9039A2B}"/>
              </a:ext>
            </a:extLst>
          </p:cNvPr>
          <p:cNvSpPr txBox="1"/>
          <p:nvPr/>
        </p:nvSpPr>
        <p:spPr>
          <a:xfrm>
            <a:off x="12206478" y="7050185"/>
            <a:ext cx="6081522" cy="4494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0"/>
              </a:lnSpc>
            </a:pPr>
            <a:r>
              <a:rPr lang="en-US" sz="42000" b="1" spc="-1680">
                <a:solidFill>
                  <a:srgbClr val="9964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03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2987CB31-A56D-29EE-5105-F79374A57A1D}"/>
              </a:ext>
            </a:extLst>
          </p:cNvPr>
          <p:cNvSpPr txBox="1"/>
          <p:nvPr/>
        </p:nvSpPr>
        <p:spPr>
          <a:xfrm>
            <a:off x="14706600" y="11077478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Times New Roman" panose="02020603050405020304" pitchFamily="18" charset="0"/>
                <a:sym typeface="Bricolage Grotesque Bold"/>
              </a:rPr>
              <a:t>1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EA1F3497-FF2A-B3E9-D374-4BC90A52EE82}"/>
              </a:ext>
            </a:extLst>
          </p:cNvPr>
          <p:cNvCxnSpPr>
            <a:cxnSpLocks/>
          </p:cNvCxnSpPr>
          <p:nvPr/>
        </p:nvCxnSpPr>
        <p:spPr>
          <a:xfrm>
            <a:off x="17860471" y="-2552700"/>
            <a:ext cx="0" cy="1640586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e 8">
            <a:extLst>
              <a:ext uri="{FF2B5EF4-FFF2-40B4-BE49-F238E27FC236}">
                <a16:creationId xmlns:a16="http://schemas.microsoft.com/office/drawing/2014/main" id="{F6344371-056D-3DF2-1B33-69D131FEA1A9}"/>
              </a:ext>
            </a:extLst>
          </p:cNvPr>
          <p:cNvGrpSpPr/>
          <p:nvPr/>
        </p:nvGrpSpPr>
        <p:grpSpPr>
          <a:xfrm>
            <a:off x="17432943" y="-1529187"/>
            <a:ext cx="855057" cy="845229"/>
            <a:chOff x="2059401" y="468086"/>
            <a:chExt cx="570038" cy="563486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B0BD716D-2805-A489-1F2B-A90EE47B5F1C}"/>
                </a:ext>
              </a:extLst>
            </p:cNvPr>
            <p:cNvSpPr/>
            <p:nvPr/>
          </p:nvSpPr>
          <p:spPr>
            <a:xfrm>
              <a:off x="2059401" y="468086"/>
              <a:ext cx="570038" cy="563486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TN" sz="2700"/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71246C27-A832-FA0B-175E-1475F88BD3FD}"/>
                </a:ext>
              </a:extLst>
            </p:cNvPr>
            <p:cNvSpPr txBox="1"/>
            <p:nvPr/>
          </p:nvSpPr>
          <p:spPr>
            <a:xfrm>
              <a:off x="2175239" y="488109"/>
              <a:ext cx="338359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fr-FR" sz="45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sp>
        <p:nvSpPr>
          <p:cNvPr id="15" name="Ellipse 14">
            <a:extLst>
              <a:ext uri="{FF2B5EF4-FFF2-40B4-BE49-F238E27FC236}">
                <a16:creationId xmlns:a16="http://schemas.microsoft.com/office/drawing/2014/main" id="{FF95E074-A0D1-5C51-C4F8-D2B6D946D6FC}"/>
              </a:ext>
            </a:extLst>
          </p:cNvPr>
          <p:cNvSpPr/>
          <p:nvPr/>
        </p:nvSpPr>
        <p:spPr>
          <a:xfrm>
            <a:off x="19684998" y="495300"/>
            <a:ext cx="5613400" cy="5804766"/>
          </a:xfrm>
          <a:prstGeom prst="ellipse">
            <a:avLst/>
          </a:prstGeom>
          <a:solidFill>
            <a:srgbClr val="9964CC"/>
          </a:solidFill>
          <a:ln>
            <a:solidFill>
              <a:srgbClr val="9964CC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7C59476F-4371-7073-DBBD-54D6678E0292}"/>
              </a:ext>
            </a:extLst>
          </p:cNvPr>
          <p:cNvSpPr/>
          <p:nvPr/>
        </p:nvSpPr>
        <p:spPr>
          <a:xfrm>
            <a:off x="31165798" y="495300"/>
            <a:ext cx="5613400" cy="5804766"/>
          </a:xfrm>
          <a:prstGeom prst="ellipse">
            <a:avLst/>
          </a:prstGeom>
          <a:solidFill>
            <a:srgbClr val="9964CC"/>
          </a:solidFill>
          <a:ln>
            <a:solidFill>
              <a:srgbClr val="9964C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241E205-A7ED-BA2D-CC64-9F9BACB19089}"/>
              </a:ext>
            </a:extLst>
          </p:cNvPr>
          <p:cNvSpPr txBox="1"/>
          <p:nvPr/>
        </p:nvSpPr>
        <p:spPr>
          <a:xfrm>
            <a:off x="17703798" y="2400300"/>
            <a:ext cx="9144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9080" lvl="1" algn="ctr"/>
            <a:r>
              <a:rPr lang="en-US" sz="6000">
                <a:latin typeface="Times New Roman"/>
                <a:ea typeface="Times New Roman"/>
                <a:cs typeface="Times New Roman"/>
                <a:sym typeface="Times New Roman"/>
              </a:rPr>
              <a:t>Environnement</a:t>
            </a:r>
            <a:br>
              <a:rPr lang="en-US" sz="6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6000">
                <a:latin typeface="Times New Roman"/>
                <a:ea typeface="Times New Roman"/>
                <a:cs typeface="Times New Roman"/>
                <a:sym typeface="Times New Roman"/>
              </a:rPr>
              <a:t> logiciel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DFEBF57-F2A2-2E3E-4967-E9544049E401}"/>
              </a:ext>
            </a:extLst>
          </p:cNvPr>
          <p:cNvSpPr txBox="1"/>
          <p:nvPr/>
        </p:nvSpPr>
        <p:spPr>
          <a:xfrm>
            <a:off x="29260800" y="2440886"/>
            <a:ext cx="9144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9080" lvl="1" algn="ctr"/>
            <a:r>
              <a:rPr lang="en-US" sz="6000"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br>
              <a:rPr lang="en-US" sz="6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6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000" err="1">
                <a:latin typeface="Times New Roman"/>
                <a:ea typeface="Times New Roman"/>
                <a:cs typeface="Times New Roman"/>
                <a:sym typeface="Times New Roman"/>
              </a:rPr>
              <a:t>globale</a:t>
            </a:r>
            <a:endParaRPr lang="en-US" sz="6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11C98BD7-A240-EA68-39E8-E811CB0B5668}"/>
              </a:ext>
            </a:extLst>
          </p:cNvPr>
          <p:cNvCxnSpPr>
            <a:cxnSpLocks/>
          </p:cNvCxnSpPr>
          <p:nvPr/>
        </p:nvCxnSpPr>
        <p:spPr>
          <a:xfrm>
            <a:off x="1059472" y="6277206"/>
            <a:ext cx="1188000" cy="0"/>
          </a:xfrm>
          <a:prstGeom prst="line">
            <a:avLst/>
          </a:prstGeom>
          <a:ln>
            <a:solidFill>
              <a:srgbClr val="9964CC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3" name="Image 22">
            <a:extLst>
              <a:ext uri="{FF2B5EF4-FFF2-40B4-BE49-F238E27FC236}">
                <a16:creationId xmlns:a16="http://schemas.microsoft.com/office/drawing/2014/main" id="{577F1855-1935-09D2-CE3F-63C49D45B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7210" y="-276958"/>
            <a:ext cx="12228476" cy="687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3637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C7A655-EA12-0C65-D47B-6F3BDD533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lipse 9">
            <a:extLst>
              <a:ext uri="{FF2B5EF4-FFF2-40B4-BE49-F238E27FC236}">
                <a16:creationId xmlns:a16="http://schemas.microsoft.com/office/drawing/2014/main" id="{6769429B-25CE-1E13-286C-A34864D11E1F}"/>
              </a:ext>
            </a:extLst>
          </p:cNvPr>
          <p:cNvSpPr/>
          <p:nvPr/>
        </p:nvSpPr>
        <p:spPr>
          <a:xfrm>
            <a:off x="2743200" y="2426232"/>
            <a:ext cx="4622800" cy="4780396"/>
          </a:xfrm>
          <a:prstGeom prst="ellipse">
            <a:avLst/>
          </a:prstGeom>
          <a:solidFill>
            <a:srgbClr val="9964CC"/>
          </a:solidFill>
          <a:ln>
            <a:solidFill>
              <a:srgbClr val="9964CC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5C0AECD0-E735-ECB6-51D8-592648CF3841}"/>
              </a:ext>
            </a:extLst>
          </p:cNvPr>
          <p:cNvSpPr/>
          <p:nvPr/>
        </p:nvSpPr>
        <p:spPr>
          <a:xfrm>
            <a:off x="10927862" y="2426232"/>
            <a:ext cx="4634523" cy="4792518"/>
          </a:xfrm>
          <a:prstGeom prst="ellipse">
            <a:avLst/>
          </a:prstGeom>
          <a:solidFill>
            <a:srgbClr val="9964CC"/>
          </a:solidFill>
          <a:ln>
            <a:solidFill>
              <a:srgbClr val="9964C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CFBF075-2E4B-251D-BC53-6966840B85A4}"/>
              </a:ext>
            </a:extLst>
          </p:cNvPr>
          <p:cNvSpPr txBox="1"/>
          <p:nvPr/>
        </p:nvSpPr>
        <p:spPr>
          <a:xfrm>
            <a:off x="1397001" y="4000822"/>
            <a:ext cx="71882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9080" lvl="1" algn="ctr"/>
            <a:r>
              <a:rPr lang="en-US" sz="50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Environnement</a:t>
            </a:r>
            <a:br>
              <a:rPr lang="en-US" sz="50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50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logiciel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12D696F-2883-3E3C-F18E-9427D87B4207}"/>
              </a:ext>
            </a:extLst>
          </p:cNvPr>
          <p:cNvSpPr txBox="1"/>
          <p:nvPr/>
        </p:nvSpPr>
        <p:spPr>
          <a:xfrm>
            <a:off x="10675813" y="3866272"/>
            <a:ext cx="46228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9080" lvl="1" algn="ctr"/>
            <a:r>
              <a:rPr lang="en-US" sz="50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br>
              <a:rPr lang="en-US" sz="50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50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00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globale</a:t>
            </a:r>
            <a:endParaRPr lang="en-US" sz="500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337285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3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FCD079-CC07-3492-FFC7-45CD1DB1F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lipse 9">
            <a:extLst>
              <a:ext uri="{FF2B5EF4-FFF2-40B4-BE49-F238E27FC236}">
                <a16:creationId xmlns:a16="http://schemas.microsoft.com/office/drawing/2014/main" id="{0BA05D4E-97E7-046C-1784-C1F543FB858F}"/>
              </a:ext>
            </a:extLst>
          </p:cNvPr>
          <p:cNvSpPr/>
          <p:nvPr/>
        </p:nvSpPr>
        <p:spPr>
          <a:xfrm>
            <a:off x="914400" y="482600"/>
            <a:ext cx="2973192" cy="3074551"/>
          </a:xfrm>
          <a:prstGeom prst="ellipse">
            <a:avLst/>
          </a:prstGeom>
          <a:solidFill>
            <a:srgbClr val="9964CC"/>
          </a:solidFill>
          <a:ln>
            <a:solidFill>
              <a:srgbClr val="9964CC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A8DF428-B90D-6DF7-20B7-542EE4936810}"/>
              </a:ext>
            </a:extLst>
          </p:cNvPr>
          <p:cNvSpPr txBox="1"/>
          <p:nvPr/>
        </p:nvSpPr>
        <p:spPr>
          <a:xfrm>
            <a:off x="-2286000" y="1465877"/>
            <a:ext cx="9144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9080" lvl="1" algn="ctr"/>
            <a:r>
              <a:rPr lang="en-US" sz="33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Environnement</a:t>
            </a:r>
            <a:br>
              <a:rPr lang="en-US" sz="33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3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logiciel</a:t>
            </a:r>
          </a:p>
        </p:txBody>
      </p:sp>
    </p:spTree>
    <p:extLst>
      <p:ext uri="{BB962C8B-B14F-4D97-AF65-F5344CB8AC3E}">
        <p14:creationId xmlns:p14="http://schemas.microsoft.com/office/powerpoint/2010/main" val="10808744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8276E7-A01A-03B5-F86C-83648EA01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lipse 5">
            <a:extLst>
              <a:ext uri="{FF2B5EF4-FFF2-40B4-BE49-F238E27FC236}">
                <a16:creationId xmlns:a16="http://schemas.microsoft.com/office/drawing/2014/main" id="{06BABD2A-5039-E5FC-4765-FF386D493576}"/>
              </a:ext>
            </a:extLst>
          </p:cNvPr>
          <p:cNvSpPr/>
          <p:nvPr/>
        </p:nvSpPr>
        <p:spPr>
          <a:xfrm>
            <a:off x="762000" y="495300"/>
            <a:ext cx="2973193" cy="3074552"/>
          </a:xfrm>
          <a:prstGeom prst="ellipse">
            <a:avLst/>
          </a:prstGeom>
          <a:solidFill>
            <a:srgbClr val="9964CC"/>
          </a:solidFill>
          <a:ln>
            <a:solidFill>
              <a:srgbClr val="9964C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8C6475B-329D-B8CE-D51B-A7AE30743E72}"/>
              </a:ext>
            </a:extLst>
          </p:cNvPr>
          <p:cNvSpPr txBox="1"/>
          <p:nvPr/>
        </p:nvSpPr>
        <p:spPr>
          <a:xfrm>
            <a:off x="-2514600" y="1478578"/>
            <a:ext cx="9144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9080" lvl="1" algn="ctr"/>
            <a:r>
              <a:rPr lang="en-US" sz="33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br>
              <a:rPr lang="en-US" sz="33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3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0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globale</a:t>
            </a:r>
            <a:endParaRPr lang="en-US" sz="330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AAEE33-916F-16D0-8ED8-D2352EBE31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593" y="567566"/>
            <a:ext cx="11734800" cy="915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523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5A0FE-9066-A14E-630B-C55452D2B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B3CCA92-C621-9C96-3FC6-35584A8DCA7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BD6FB"/>
          </a:solidFill>
        </p:spPr>
        <p:txBody>
          <a:bodyPr/>
          <a:lstStyle/>
          <a:p>
            <a:endParaRPr lang="fr-TN">
              <a:solidFill>
                <a:srgbClr val="9964CC"/>
              </a:solidFill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E4F4F65-7285-19C0-1AE8-EFDBC81AEAD9}"/>
              </a:ext>
            </a:extLst>
          </p:cNvPr>
          <p:cNvSpPr txBox="1"/>
          <p:nvPr/>
        </p:nvSpPr>
        <p:spPr>
          <a:xfrm>
            <a:off x="1047750" y="3162301"/>
            <a:ext cx="3067050" cy="30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3500" b="1" spc="270">
                <a:solidFill>
                  <a:srgbClr val="9964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SECTION 04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FDF135C-A245-CEFE-07DA-F533E69AA8AC}"/>
              </a:ext>
            </a:extLst>
          </p:cNvPr>
          <p:cNvSpPr txBox="1"/>
          <p:nvPr/>
        </p:nvSpPr>
        <p:spPr>
          <a:xfrm>
            <a:off x="1047749" y="3838575"/>
            <a:ext cx="14249399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8850" b="1" spc="-265" err="1">
                <a:latin typeface="Times New Roman Bold"/>
                <a:ea typeface="Times New Roman Bold"/>
                <a:cs typeface="Times New Roman Bold"/>
                <a:sym typeface="Times New Roman Bold"/>
              </a:rPr>
              <a:t>Méthodologie</a:t>
            </a:r>
            <a:endParaRPr lang="en-US" sz="8850" b="1" spc="-265"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EE89540-4B4C-270D-B186-2C24674C44A1}"/>
              </a:ext>
            </a:extLst>
          </p:cNvPr>
          <p:cNvSpPr txBox="1"/>
          <p:nvPr/>
        </p:nvSpPr>
        <p:spPr>
          <a:xfrm>
            <a:off x="12206478" y="7050185"/>
            <a:ext cx="6081522" cy="4494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0"/>
              </a:lnSpc>
            </a:pPr>
            <a:r>
              <a:rPr lang="en-US" sz="42000" b="1" spc="-1680">
                <a:solidFill>
                  <a:srgbClr val="9964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04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3B136B5C-41B9-EA2B-CB78-C29201E903BA}"/>
              </a:ext>
            </a:extLst>
          </p:cNvPr>
          <p:cNvCxnSpPr>
            <a:cxnSpLocks/>
          </p:cNvCxnSpPr>
          <p:nvPr/>
        </p:nvCxnSpPr>
        <p:spPr>
          <a:xfrm>
            <a:off x="17860471" y="-2552700"/>
            <a:ext cx="0" cy="1640586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e 8">
            <a:extLst>
              <a:ext uri="{FF2B5EF4-FFF2-40B4-BE49-F238E27FC236}">
                <a16:creationId xmlns:a16="http://schemas.microsoft.com/office/drawing/2014/main" id="{C5B79EA0-C549-F0F8-DB9B-59F4EBD312FA}"/>
              </a:ext>
            </a:extLst>
          </p:cNvPr>
          <p:cNvGrpSpPr/>
          <p:nvPr/>
        </p:nvGrpSpPr>
        <p:grpSpPr>
          <a:xfrm>
            <a:off x="17432943" y="-1529187"/>
            <a:ext cx="855057" cy="845229"/>
            <a:chOff x="2059401" y="468086"/>
            <a:chExt cx="570038" cy="563486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F43162C2-B09E-5EE6-9411-48E1E6BF177E}"/>
                </a:ext>
              </a:extLst>
            </p:cNvPr>
            <p:cNvSpPr/>
            <p:nvPr/>
          </p:nvSpPr>
          <p:spPr>
            <a:xfrm>
              <a:off x="2059401" y="468086"/>
              <a:ext cx="570038" cy="563486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TN" sz="2700"/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7724A3AB-A0B3-AF13-D50E-C1223BE48AE9}"/>
                </a:ext>
              </a:extLst>
            </p:cNvPr>
            <p:cNvSpPr txBox="1"/>
            <p:nvPr/>
          </p:nvSpPr>
          <p:spPr>
            <a:xfrm>
              <a:off x="2175239" y="488109"/>
              <a:ext cx="338359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fr-FR" sz="45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DE52F885-0C02-D3F9-240F-D65787A59F11}"/>
              </a:ext>
            </a:extLst>
          </p:cNvPr>
          <p:cNvCxnSpPr>
            <a:cxnSpLocks/>
          </p:cNvCxnSpPr>
          <p:nvPr/>
        </p:nvCxnSpPr>
        <p:spPr>
          <a:xfrm>
            <a:off x="1059472" y="5067300"/>
            <a:ext cx="1188000" cy="0"/>
          </a:xfrm>
          <a:prstGeom prst="line">
            <a:avLst/>
          </a:prstGeom>
          <a:ln>
            <a:solidFill>
              <a:srgbClr val="9964CC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2" name="Image 21">
            <a:extLst>
              <a:ext uri="{FF2B5EF4-FFF2-40B4-BE49-F238E27FC236}">
                <a16:creationId xmlns:a16="http://schemas.microsoft.com/office/drawing/2014/main" id="{12E91DED-5871-0C8F-7FC0-DB3A9C84B3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r="70561" b="78781"/>
          <a:stretch>
            <a:fillRect/>
          </a:stretch>
        </p:blipFill>
        <p:spPr>
          <a:xfrm>
            <a:off x="19354800" y="342900"/>
            <a:ext cx="4800600" cy="947835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65E02686-451C-650E-6955-5DD537009F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1523" y="-776584"/>
            <a:ext cx="14551058" cy="818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7165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CEDEC-1DD4-FD02-921F-5E1565D30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A709699-4611-0A0D-ECD0-D615EE38EF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/>
          <a:stretch>
            <a:fillRect/>
          </a:stretch>
        </p:blipFill>
        <p:spPr>
          <a:xfrm>
            <a:off x="762000" y="387350"/>
            <a:ext cx="16306800" cy="951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2549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EA3B1-6B66-53AE-5EFE-B29BF1FF4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F031909D-EFC9-E579-92B3-A52F25BC89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63" t="27336" r="64018" b="49533"/>
          <a:stretch>
            <a:fillRect/>
          </a:stretch>
        </p:blipFill>
        <p:spPr>
          <a:xfrm>
            <a:off x="1752600" y="7810500"/>
            <a:ext cx="2286000" cy="25146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65A34ED-25E9-4344-B177-118E49E7BF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46" t="12617" r="52335" b="64252"/>
          <a:stretch>
            <a:fillRect/>
          </a:stretch>
        </p:blipFill>
        <p:spPr>
          <a:xfrm>
            <a:off x="1752600" y="4626219"/>
            <a:ext cx="2286000" cy="25146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FBC9DD1-F3AF-BA4A-C0DA-1C1829B230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6" t="26110" r="80373" b="47254"/>
          <a:stretch>
            <a:fillRect/>
          </a:stretch>
        </p:blipFill>
        <p:spPr>
          <a:xfrm>
            <a:off x="1752600" y="1060938"/>
            <a:ext cx="2514600" cy="289560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7A7AA47B-7C95-EE46-9EE5-5029A00A12CD}"/>
              </a:ext>
            </a:extLst>
          </p:cNvPr>
          <p:cNvSpPr txBox="1"/>
          <p:nvPr/>
        </p:nvSpPr>
        <p:spPr>
          <a:xfrm>
            <a:off x="4876800" y="2287360"/>
            <a:ext cx="10439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Institut Supérieur d’Informatique de Mahdia</a:t>
            </a:r>
            <a:endParaRPr lang="fr-TN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14C51AE-4588-D9DF-8866-44EF51F7DBDD}"/>
              </a:ext>
            </a:extLst>
          </p:cNvPr>
          <p:cNvSpPr txBox="1"/>
          <p:nvPr/>
        </p:nvSpPr>
        <p:spPr>
          <a:xfrm>
            <a:off x="4876800" y="5539834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T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Mr Hamdi </a:t>
            </a:r>
            <a:r>
              <a:rPr lang="fr-TN" sz="40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Aloulou</a:t>
            </a:r>
            <a:endParaRPr lang="fr-TN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5F6B533-1525-A682-3C54-9BB4174F3D19}"/>
              </a:ext>
            </a:extLst>
          </p:cNvPr>
          <p:cNvSpPr txBox="1"/>
          <p:nvPr/>
        </p:nvSpPr>
        <p:spPr>
          <a:xfrm>
            <a:off x="4876800" y="8786446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Aziz Dhifaoui</a:t>
            </a:r>
            <a:endParaRPr lang="fr-TN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0F65FFEC-8373-C1B5-DDFB-D6A84A7C3B29}"/>
              </a:ext>
            </a:extLst>
          </p:cNvPr>
          <p:cNvSpPr/>
          <p:nvPr/>
        </p:nvSpPr>
        <p:spPr>
          <a:xfrm>
            <a:off x="-1495530" y="-2095500"/>
            <a:ext cx="3265715" cy="2955471"/>
          </a:xfrm>
          <a:prstGeom prst="ellipse">
            <a:avLst/>
          </a:prstGeom>
          <a:solidFill>
            <a:srgbClr val="FFFFFF"/>
          </a:solidFill>
          <a:ln w="381000" cap="flat" cmpd="sng" algn="ctr">
            <a:solidFill>
              <a:srgbClr val="FF658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TN" sz="2700">
              <a:solidFill>
                <a:srgbClr val="00195C"/>
              </a:solidFill>
            </a:endParaRP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9C7883FC-E778-6FB8-2210-E3D21D6CCC29}"/>
              </a:ext>
            </a:extLst>
          </p:cNvPr>
          <p:cNvCxnSpPr>
            <a:cxnSpLocks/>
          </p:cNvCxnSpPr>
          <p:nvPr/>
        </p:nvCxnSpPr>
        <p:spPr>
          <a:xfrm>
            <a:off x="17860471" y="-2552700"/>
            <a:ext cx="0" cy="16405860"/>
          </a:xfrm>
          <a:prstGeom prst="line">
            <a:avLst/>
          </a:prstGeom>
          <a:ln w="57150">
            <a:solidFill>
              <a:srgbClr val="FF65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74581505-A1C5-2B0B-F793-496AC835FD06}"/>
              </a:ext>
            </a:extLst>
          </p:cNvPr>
          <p:cNvSpPr txBox="1"/>
          <p:nvPr/>
        </p:nvSpPr>
        <p:spPr>
          <a:xfrm>
            <a:off x="5243328" y="661123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TN" sz="4000" b="1">
                <a:solidFill>
                  <a:srgbClr val="9964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Constitution de l’équipe Scrum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DF73D723-85AA-0D85-41A2-A93E5CAEF6BB}"/>
              </a:ext>
            </a:extLst>
          </p:cNvPr>
          <p:cNvSpPr txBox="1"/>
          <p:nvPr/>
        </p:nvSpPr>
        <p:spPr>
          <a:xfrm>
            <a:off x="18659382" y="-878049"/>
            <a:ext cx="6081522" cy="4494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0"/>
              </a:lnSpc>
            </a:pPr>
            <a:r>
              <a:rPr lang="en-US" sz="42000" b="1" spc="-1680">
                <a:solidFill>
                  <a:srgbClr val="9964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05</a:t>
            </a:r>
          </a:p>
        </p:txBody>
      </p:sp>
      <p:sp>
        <p:nvSpPr>
          <p:cNvPr id="20" name="TextBox 4">
            <a:extLst>
              <a:ext uri="{FF2B5EF4-FFF2-40B4-BE49-F238E27FC236}">
                <a16:creationId xmlns:a16="http://schemas.microsoft.com/office/drawing/2014/main" id="{02B5C1DC-2915-50D7-9B73-07A89C33B898}"/>
              </a:ext>
            </a:extLst>
          </p:cNvPr>
          <p:cNvSpPr txBox="1"/>
          <p:nvPr/>
        </p:nvSpPr>
        <p:spPr>
          <a:xfrm>
            <a:off x="19583400" y="3162300"/>
            <a:ext cx="11430000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8850" b="1" spc="-26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Sprints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DDF7B37-355F-CC40-DAF5-6C83ABC3E4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386981" y="-2340992"/>
            <a:ext cx="19567266" cy="1100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5462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216A9-3BDB-CC50-BBB8-ECB507808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818E5D5-65B2-8F72-D860-DBD434BA0D2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BD6FB"/>
          </a:solidFill>
        </p:spPr>
        <p:txBody>
          <a:bodyPr/>
          <a:lstStyle/>
          <a:p>
            <a:endParaRPr lang="fr-TN">
              <a:solidFill>
                <a:srgbClr val="9964CC"/>
              </a:solidFill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A19CDD7-2C67-4E6D-AFCD-562BFFFFD2C0}"/>
              </a:ext>
            </a:extLst>
          </p:cNvPr>
          <p:cNvSpPr txBox="1"/>
          <p:nvPr/>
        </p:nvSpPr>
        <p:spPr>
          <a:xfrm>
            <a:off x="1047750" y="3162301"/>
            <a:ext cx="3067050" cy="30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3500" b="1" spc="270">
                <a:solidFill>
                  <a:srgbClr val="9964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SECTION 05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B5B61A4-B5AE-61FB-6EFB-B946A796AEEF}"/>
              </a:ext>
            </a:extLst>
          </p:cNvPr>
          <p:cNvSpPr txBox="1"/>
          <p:nvPr/>
        </p:nvSpPr>
        <p:spPr>
          <a:xfrm>
            <a:off x="1047749" y="3838575"/>
            <a:ext cx="14249399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8850" b="1" spc="-265">
                <a:latin typeface="Times New Roman Bold"/>
                <a:ea typeface="Times New Roman Bold"/>
                <a:cs typeface="Times New Roman Bold"/>
                <a:sym typeface="Times New Roman Bold"/>
              </a:rPr>
              <a:t>Sprints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2BD556F-20A1-E8EB-7E74-1C445C273C03}"/>
              </a:ext>
            </a:extLst>
          </p:cNvPr>
          <p:cNvSpPr txBox="1"/>
          <p:nvPr/>
        </p:nvSpPr>
        <p:spPr>
          <a:xfrm>
            <a:off x="12206478" y="7050185"/>
            <a:ext cx="6081522" cy="4494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0"/>
              </a:lnSpc>
            </a:pPr>
            <a:r>
              <a:rPr lang="en-US" sz="42000" b="1" spc="-1680">
                <a:solidFill>
                  <a:srgbClr val="9964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05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1A961FD9-4CC5-10C9-9FBC-D32E4807B56C}"/>
              </a:ext>
            </a:extLst>
          </p:cNvPr>
          <p:cNvCxnSpPr>
            <a:cxnSpLocks/>
          </p:cNvCxnSpPr>
          <p:nvPr/>
        </p:nvCxnSpPr>
        <p:spPr>
          <a:xfrm>
            <a:off x="1059472" y="5067300"/>
            <a:ext cx="1188000" cy="0"/>
          </a:xfrm>
          <a:prstGeom prst="line">
            <a:avLst/>
          </a:prstGeom>
          <a:ln>
            <a:solidFill>
              <a:srgbClr val="9964CC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C4C97EFE-E888-C914-65B5-867854929D1A}"/>
              </a:ext>
            </a:extLst>
          </p:cNvPr>
          <p:cNvSpPr txBox="1"/>
          <p:nvPr/>
        </p:nvSpPr>
        <p:spPr>
          <a:xfrm>
            <a:off x="838200" y="1183088"/>
            <a:ext cx="10163906" cy="1198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9600" b="1" spc="-265">
                <a:solidFill>
                  <a:srgbClr val="EBD6F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Sprint 1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71C7CEBF-2A18-ADD9-EECF-F457FFE62F50}"/>
              </a:ext>
            </a:extLst>
          </p:cNvPr>
          <p:cNvSpPr/>
          <p:nvPr/>
        </p:nvSpPr>
        <p:spPr>
          <a:xfrm>
            <a:off x="-18059400" y="-5829300"/>
            <a:ext cx="3886200" cy="3886200"/>
          </a:xfrm>
          <a:prstGeom prst="ellipse">
            <a:avLst/>
          </a:prstGeom>
          <a:solidFill>
            <a:srgbClr val="9964CC"/>
          </a:solidFill>
          <a:ln>
            <a:solidFill>
              <a:srgbClr val="9964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C9CFEA9B-CC65-71CA-474C-97FC44F5B645}"/>
              </a:ext>
            </a:extLst>
          </p:cNvPr>
          <p:cNvSpPr/>
          <p:nvPr/>
        </p:nvSpPr>
        <p:spPr>
          <a:xfrm>
            <a:off x="-13519638" y="-3886200"/>
            <a:ext cx="3886200" cy="3886200"/>
          </a:xfrm>
          <a:prstGeom prst="ellipse">
            <a:avLst/>
          </a:prstGeom>
          <a:solidFill>
            <a:srgbClr val="9964CC"/>
          </a:solidFill>
          <a:ln>
            <a:solidFill>
              <a:srgbClr val="9964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52CE1BFA-E483-89B2-D491-3CE1E56E3F23}"/>
              </a:ext>
            </a:extLst>
          </p:cNvPr>
          <p:cNvSpPr/>
          <p:nvPr/>
        </p:nvSpPr>
        <p:spPr>
          <a:xfrm>
            <a:off x="-9010650" y="-2054469"/>
            <a:ext cx="3886200" cy="3886200"/>
          </a:xfrm>
          <a:prstGeom prst="ellipse">
            <a:avLst/>
          </a:prstGeom>
          <a:solidFill>
            <a:srgbClr val="9964CC"/>
          </a:solidFill>
          <a:ln>
            <a:solidFill>
              <a:srgbClr val="9964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CD838179-4E13-490A-CE57-A41F687726F6}"/>
              </a:ext>
            </a:extLst>
          </p:cNvPr>
          <p:cNvSpPr/>
          <p:nvPr/>
        </p:nvSpPr>
        <p:spPr>
          <a:xfrm>
            <a:off x="-4572000" y="-114300"/>
            <a:ext cx="3886200" cy="3886200"/>
          </a:xfrm>
          <a:prstGeom prst="ellipse">
            <a:avLst/>
          </a:prstGeom>
          <a:solidFill>
            <a:srgbClr val="9964CC"/>
          </a:solidFill>
          <a:ln>
            <a:solidFill>
              <a:srgbClr val="9964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658C3FB1-A96E-8DA4-66E4-71000BB7435C}"/>
              </a:ext>
            </a:extLst>
          </p:cNvPr>
          <p:cNvSpPr txBox="1"/>
          <p:nvPr/>
        </p:nvSpPr>
        <p:spPr>
          <a:xfrm>
            <a:off x="-17373600" y="-4610100"/>
            <a:ext cx="2895600" cy="997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6000" b="1" spc="-265">
                <a:latin typeface="Times New Roman Bold"/>
                <a:ea typeface="Times New Roman Bold"/>
                <a:cs typeface="Times New Roman Bold"/>
                <a:sym typeface="Times New Roman Bold"/>
              </a:rPr>
              <a:t>Sprint 1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FCBCF1AF-ACB9-73C0-1141-40A87791895F}"/>
              </a:ext>
            </a:extLst>
          </p:cNvPr>
          <p:cNvSpPr txBox="1"/>
          <p:nvPr/>
        </p:nvSpPr>
        <p:spPr>
          <a:xfrm>
            <a:off x="-12801600" y="-2553420"/>
            <a:ext cx="2895600" cy="997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6000" b="1" spc="-265">
                <a:latin typeface="Times New Roman Bold"/>
                <a:ea typeface="Times New Roman Bold"/>
                <a:cs typeface="Times New Roman Bold"/>
                <a:sym typeface="Times New Roman Bold"/>
              </a:rPr>
              <a:t>Sprint 2</a:t>
            </a:r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267555EF-8422-C500-9E5B-3ED786B29EAD}"/>
              </a:ext>
            </a:extLst>
          </p:cNvPr>
          <p:cNvSpPr txBox="1"/>
          <p:nvPr/>
        </p:nvSpPr>
        <p:spPr>
          <a:xfrm>
            <a:off x="-8305800" y="-800100"/>
            <a:ext cx="2895600" cy="997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6000" b="1" spc="-265">
                <a:latin typeface="Times New Roman Bold"/>
                <a:ea typeface="Times New Roman Bold"/>
                <a:cs typeface="Times New Roman Bold"/>
                <a:sym typeface="Times New Roman Bold"/>
              </a:rPr>
              <a:t>Sprint 3</a:t>
            </a:r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85042F0F-2791-5CD1-A4CB-49462681FAA8}"/>
              </a:ext>
            </a:extLst>
          </p:cNvPr>
          <p:cNvSpPr txBox="1"/>
          <p:nvPr/>
        </p:nvSpPr>
        <p:spPr>
          <a:xfrm>
            <a:off x="-3733800" y="1181100"/>
            <a:ext cx="2895600" cy="997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6000" b="1" spc="-265">
                <a:latin typeface="Times New Roman Bold"/>
                <a:ea typeface="Times New Roman Bold"/>
                <a:cs typeface="Times New Roman Bold"/>
                <a:sym typeface="Times New Roman Bold"/>
              </a:rPr>
              <a:t>Sprint 4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231A488A-99E6-266E-8752-322121E227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899" y="-2340992"/>
            <a:ext cx="19567266" cy="1100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0550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6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173825-2598-E56D-1621-21A18B97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73274B2-7515-479B-5ABE-DD2BD7181E97}"/>
              </a:ext>
            </a:extLst>
          </p:cNvPr>
          <p:cNvGrpSpPr/>
          <p:nvPr/>
        </p:nvGrpSpPr>
        <p:grpSpPr>
          <a:xfrm>
            <a:off x="914400" y="723900"/>
            <a:ext cx="13030200" cy="3810000"/>
            <a:chOff x="1219200" y="1333500"/>
            <a:chExt cx="13030200" cy="3810000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AFA990B-C172-A93D-AEA5-207D99C04C4E}"/>
                </a:ext>
              </a:extLst>
            </p:cNvPr>
            <p:cNvSpPr/>
            <p:nvPr/>
          </p:nvSpPr>
          <p:spPr>
            <a:xfrm>
              <a:off x="1219200" y="1333500"/>
              <a:ext cx="13030200" cy="9144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Release 1 – Détection</a:t>
              </a:r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34B604F-3374-1953-4762-FBCE331AF3D2}"/>
                </a:ext>
              </a:extLst>
            </p:cNvPr>
            <p:cNvGrpSpPr/>
            <p:nvPr/>
          </p:nvGrpSpPr>
          <p:grpSpPr>
            <a:xfrm>
              <a:off x="1447800" y="2644139"/>
              <a:ext cx="6009538" cy="685800"/>
              <a:chOff x="1447800" y="3086100"/>
              <a:chExt cx="6009538" cy="685800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577E39F8-7C7B-B8CE-C46B-9205AB59F062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4381CF-12CB-DD40-37C3-CBA4C912558E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5018938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1 — Acquisition réseau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80F278E-FC8D-5C5B-F374-0CF90169258B}"/>
                </a:ext>
              </a:extLst>
            </p:cNvPr>
            <p:cNvGrpSpPr/>
            <p:nvPr/>
          </p:nvGrpSpPr>
          <p:grpSpPr>
            <a:xfrm>
              <a:off x="1447800" y="3573779"/>
              <a:ext cx="6062822" cy="685800"/>
              <a:chOff x="1447800" y="3086100"/>
              <a:chExt cx="6062822" cy="68580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7559C696-82DF-750A-7FC9-B43AA3E7FC95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4B7E943-2DBB-1757-9845-74C017227A5D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5072222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2 — Pipeline de données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43BDFCF-4738-7AF2-A678-277CDD6FB6A3}"/>
                </a:ext>
              </a:extLst>
            </p:cNvPr>
            <p:cNvGrpSpPr/>
            <p:nvPr/>
          </p:nvGrpSpPr>
          <p:grpSpPr>
            <a:xfrm>
              <a:off x="1447800" y="4457700"/>
              <a:ext cx="7253853" cy="685800"/>
              <a:chOff x="1447800" y="3086100"/>
              <a:chExt cx="7253853" cy="68580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FB4D5B9C-542A-1916-0824-AE439A905024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1C129F1-417E-BA2B-2BB9-F9F386738B6F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6263253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3 — </a:t>
                </a:r>
                <a:r>
                  <a:rPr lang="en-US" sz="30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Détection</a:t>
                </a:r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comportementale</a:t>
                </a:r>
                <a:endParaRPr lang="en-US" sz="3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0207B56-C5F6-F894-4BF4-F1B5A4EA921E}"/>
              </a:ext>
            </a:extLst>
          </p:cNvPr>
          <p:cNvGrpSpPr/>
          <p:nvPr/>
        </p:nvGrpSpPr>
        <p:grpSpPr>
          <a:xfrm>
            <a:off x="914400" y="5059678"/>
            <a:ext cx="13030200" cy="3810000"/>
            <a:chOff x="1219200" y="1333500"/>
            <a:chExt cx="13030200" cy="381000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281E550A-9CBC-4039-AFB1-D774510DE2A9}"/>
                </a:ext>
              </a:extLst>
            </p:cNvPr>
            <p:cNvSpPr/>
            <p:nvPr/>
          </p:nvSpPr>
          <p:spPr>
            <a:xfrm>
              <a:off x="1219200" y="1333500"/>
              <a:ext cx="13030200" cy="9144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Release 2 – Prévention &amp; Réponse</a:t>
              </a:r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1EA87FC-84AE-0861-C502-4FF8AB0E0164}"/>
                </a:ext>
              </a:extLst>
            </p:cNvPr>
            <p:cNvGrpSpPr/>
            <p:nvPr/>
          </p:nvGrpSpPr>
          <p:grpSpPr>
            <a:xfrm>
              <a:off x="1447800" y="2644139"/>
              <a:ext cx="8194432" cy="685800"/>
              <a:chOff x="1447800" y="3086100"/>
              <a:chExt cx="8194432" cy="6858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A3E8D997-310B-F352-3AE3-4D7014253B56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12B9AB1-D415-00B3-3906-2137D03AEA03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7203832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4 — Anticipation par le </a:t>
                </a:r>
                <a:r>
                  <a:rPr lang="en-US" sz="30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renseignement</a:t>
                </a:r>
                <a:endParaRPr lang="en-US" sz="3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3B0D725-D91D-ED99-7CBB-4DD110A59A0E}"/>
                </a:ext>
              </a:extLst>
            </p:cNvPr>
            <p:cNvGrpSpPr/>
            <p:nvPr/>
          </p:nvGrpSpPr>
          <p:grpSpPr>
            <a:xfrm>
              <a:off x="1447800" y="3573779"/>
              <a:ext cx="7378887" cy="685800"/>
              <a:chOff x="1447800" y="3086100"/>
              <a:chExt cx="7378887" cy="6858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67539454-2658-3D03-D1F4-D4FB2DF9D01D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04B895E-EAC9-EC27-C2F4-9670D58E960D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638828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5 — Mitigation du </a:t>
                </a:r>
                <a:r>
                  <a:rPr lang="en-US" sz="30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risque</a:t>
                </a:r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humain</a:t>
                </a:r>
                <a:endParaRPr lang="en-US" sz="3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72B1515-FC48-5490-EBFB-B643584C34BD}"/>
                </a:ext>
              </a:extLst>
            </p:cNvPr>
            <p:cNvGrpSpPr/>
            <p:nvPr/>
          </p:nvGrpSpPr>
          <p:grpSpPr>
            <a:xfrm>
              <a:off x="1447800" y="4457700"/>
              <a:ext cx="8465723" cy="685800"/>
              <a:chOff x="1447800" y="3086100"/>
              <a:chExt cx="8465723" cy="6858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8981A87-18B0-DE10-ADA5-331101CBA5AA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21D6690-0322-2FE1-CE70-1B91DC5B7199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7475123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6 — Orchestration SOAR &amp; supervision</a:t>
                </a:r>
              </a:p>
            </p:txBody>
          </p:sp>
        </p:grpSp>
      </p:grpSp>
      <p:pic>
        <p:nvPicPr>
          <p:cNvPr id="25" name="Image 24">
            <a:extLst>
              <a:ext uri="{FF2B5EF4-FFF2-40B4-BE49-F238E27FC236}">
                <a16:creationId xmlns:a16="http://schemas.microsoft.com/office/drawing/2014/main" id="{A3AC46AD-2177-2D9E-7E6B-68AACA3EEF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0088" y="-2340992"/>
            <a:ext cx="19567266" cy="1100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2062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120B5-255A-A8F5-2578-270675504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78144067-C231-1216-1EE3-A9D048358E2B}"/>
              </a:ext>
            </a:extLst>
          </p:cNvPr>
          <p:cNvSpPr/>
          <p:nvPr/>
        </p:nvSpPr>
        <p:spPr>
          <a:xfrm>
            <a:off x="0" y="-304801"/>
            <a:ext cx="2852107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95F7BC1-1843-57FF-E789-23316F6B6849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1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38D6950-3561-03DC-5657-802F48F2D6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6" t="4944" r="7595" b="4942"/>
          <a:stretch>
            <a:fillRect/>
          </a:stretch>
        </p:blipFill>
        <p:spPr>
          <a:xfrm>
            <a:off x="3810000" y="1028700"/>
            <a:ext cx="5105400" cy="8229600"/>
          </a:xfrm>
          <a:prstGeom prst="roundRect">
            <a:avLst>
              <a:gd name="adj" fmla="val 3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6A88C735-2D64-D2FC-6149-442EADA3D913}"/>
              </a:ext>
            </a:extLst>
          </p:cNvPr>
          <p:cNvGrpSpPr/>
          <p:nvPr/>
        </p:nvGrpSpPr>
        <p:grpSpPr>
          <a:xfrm>
            <a:off x="9913990" y="1036320"/>
            <a:ext cx="7467600" cy="3649980"/>
            <a:chOff x="9913990" y="1036320"/>
            <a:chExt cx="7467600" cy="3649980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CBF93DD6-1896-05D3-A1E1-1FFD9103E656}"/>
                </a:ext>
              </a:extLst>
            </p:cNvPr>
            <p:cNvSpPr/>
            <p:nvPr/>
          </p:nvSpPr>
          <p:spPr>
            <a:xfrm>
              <a:off x="9913990" y="1036320"/>
              <a:ext cx="7467600" cy="364998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0AB2FBD-2497-AD24-0D87-277272A6596D}"/>
                </a:ext>
              </a:extLst>
            </p:cNvPr>
            <p:cNvSpPr txBox="1"/>
            <p:nvPr/>
          </p:nvSpPr>
          <p:spPr>
            <a:xfrm>
              <a:off x="10213837" y="1272540"/>
              <a:ext cx="343395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Acquisition réseau</a:t>
              </a:r>
              <a:endPara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A4AED12-A76C-2889-096D-F6147B93A632}"/>
                </a:ext>
              </a:extLst>
            </p:cNvPr>
            <p:cNvSpPr txBox="1"/>
            <p:nvPr/>
          </p:nvSpPr>
          <p:spPr>
            <a:xfrm>
              <a:off x="10066390" y="2093535"/>
              <a:ext cx="707456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Mode promiscuous</a:t>
              </a:r>
              <a:r>
                <a:rPr lang="en-US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capture de tout le </a:t>
              </a:r>
              <a:r>
                <a:rPr lang="en-US" sz="200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trafic</a:t>
              </a:r>
              <a:r>
                <a:rPr lang="en-US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du segment réseau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4CF6727-A218-CB2F-B577-FC24FCAA185C}"/>
                </a:ext>
              </a:extLst>
            </p:cNvPr>
            <p:cNvSpPr txBox="1"/>
            <p:nvPr/>
          </p:nvSpPr>
          <p:spPr>
            <a:xfrm>
              <a:off x="10066390" y="2532607"/>
              <a:ext cx="641290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Zero-copy Linux (AF_PACKET / DPDK)</a:t>
              </a:r>
              <a:r>
                <a:rPr lang="en-US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élimination </a:t>
              </a:r>
            </a:p>
            <a:p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 la latence d'acquisition</a:t>
              </a:r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32FEB10-FD4B-76E1-C23A-AFE42AB631CA}"/>
                </a:ext>
              </a:extLst>
            </p:cNvPr>
            <p:cNvSpPr txBox="1"/>
            <p:nvPr/>
          </p:nvSpPr>
          <p:spPr>
            <a:xfrm>
              <a:off x="10066389" y="3350805"/>
              <a:ext cx="66463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Sortie </a:t>
              </a:r>
              <a:r>
                <a:rPr lang="en-US" sz="2000" b="1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structurée</a:t>
              </a:r>
              <a:r>
                <a:rPr lang="en-US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événements JSON normalisés (</a:t>
              </a:r>
              <a:r>
                <a:rPr lang="fr-FR" sz="200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eve.json</a:t>
              </a:r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BDDCF6B-CA54-10DA-381D-EFF94F635D71}"/>
                </a:ext>
              </a:extLst>
            </p:cNvPr>
            <p:cNvSpPr txBox="1"/>
            <p:nvPr/>
          </p:nvSpPr>
          <p:spPr>
            <a:xfrm>
              <a:off x="10066389" y="3989962"/>
              <a:ext cx="673934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b="1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Fonctionnement</a:t>
              </a:r>
              <a:r>
                <a:rPr lang="en-US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IDS </a:t>
              </a:r>
              <a:r>
                <a:rPr lang="en-US" sz="2000" b="1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passif</a:t>
              </a:r>
              <a:r>
                <a:rPr lang="en-US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aucune interférence sur le flux</a:t>
              </a:r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B7E8253-0CCA-0904-AF72-CE3C1257EB85}"/>
              </a:ext>
            </a:extLst>
          </p:cNvPr>
          <p:cNvGrpSpPr/>
          <p:nvPr/>
        </p:nvGrpSpPr>
        <p:grpSpPr>
          <a:xfrm>
            <a:off x="9913990" y="5383440"/>
            <a:ext cx="7467600" cy="3867240"/>
            <a:chOff x="9913990" y="1036320"/>
            <a:chExt cx="7467600" cy="3867240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820E97E1-9BE7-C0C8-2883-47A0688D72CF}"/>
                </a:ext>
              </a:extLst>
            </p:cNvPr>
            <p:cNvSpPr/>
            <p:nvPr/>
          </p:nvSpPr>
          <p:spPr>
            <a:xfrm>
              <a:off x="9913990" y="1036320"/>
              <a:ext cx="7467600" cy="386724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4054FAD-721A-0D29-7C80-D4B0B1D5DEDC}"/>
                </a:ext>
              </a:extLst>
            </p:cNvPr>
            <p:cNvSpPr txBox="1"/>
            <p:nvPr/>
          </p:nvSpPr>
          <p:spPr>
            <a:xfrm>
              <a:off x="10213837" y="1272540"/>
              <a:ext cx="52988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32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Délégation à la couche SOAR</a:t>
              </a:r>
              <a:endPara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69079C2-E597-5E72-E472-20369986B4B5}"/>
                </a:ext>
              </a:extLst>
            </p:cNvPr>
            <p:cNvSpPr txBox="1"/>
            <p:nvPr/>
          </p:nvSpPr>
          <p:spPr>
            <a:xfrm>
              <a:off x="10066389" y="1991365"/>
              <a:ext cx="603902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fr-FR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Suricata ne bloque pas directement</a:t>
              </a:r>
              <a:r>
                <a:rPr lang="en-US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séparation des </a:t>
              </a:r>
            </a:p>
            <a:p>
              <a:r>
                <a:rPr lang="en-US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responsabilités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35A69E6-E9C1-7152-E613-46AF04778FB1}"/>
                </a:ext>
              </a:extLst>
            </p:cNvPr>
            <p:cNvSpPr txBox="1"/>
            <p:nvPr/>
          </p:nvSpPr>
          <p:spPr>
            <a:xfrm>
              <a:off x="10066389" y="2772381"/>
              <a:ext cx="57647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Les alertes sont publiées sur </a:t>
              </a:r>
              <a:r>
                <a:rPr lang="fr-FR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un topic Kafka dédié</a:t>
              </a:r>
              <a:endParaRPr lang="en-US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3CDFBD4-4C84-F5CB-91A7-146EB5355D2F}"/>
                </a:ext>
              </a:extLst>
            </p:cNvPr>
            <p:cNvSpPr txBox="1"/>
            <p:nvPr/>
          </p:nvSpPr>
          <p:spPr>
            <a:xfrm>
              <a:off x="10110507" y="3245621"/>
              <a:ext cx="627498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Le moteur </a:t>
              </a:r>
              <a:r>
                <a:rPr lang="fr-FR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soar.py </a:t>
              </a:r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consomme les événements et décide </a:t>
              </a:r>
            </a:p>
            <a:p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 la remédiation</a:t>
              </a:r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EAFB160-AA55-A1AD-5183-9572C4252BE2}"/>
                </a:ext>
              </a:extLst>
            </p:cNvPr>
            <p:cNvSpPr txBox="1"/>
            <p:nvPr/>
          </p:nvSpPr>
          <p:spPr>
            <a:xfrm>
              <a:off x="10066389" y="3989962"/>
              <a:ext cx="645561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Garantit la continuité de la capture même en cas d'action </a:t>
              </a:r>
            </a:p>
            <a:p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 réponse</a:t>
              </a:r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TextBox 4">
            <a:extLst>
              <a:ext uri="{FF2B5EF4-FFF2-40B4-BE49-F238E27FC236}">
                <a16:creationId xmlns:a16="http://schemas.microsoft.com/office/drawing/2014/main" id="{0A5D44E1-8280-DD8D-EA14-F0A038AC4D79}"/>
              </a:ext>
            </a:extLst>
          </p:cNvPr>
          <p:cNvSpPr txBox="1"/>
          <p:nvPr/>
        </p:nvSpPr>
        <p:spPr>
          <a:xfrm rot="16200000">
            <a:off x="-2339010" y="4610359"/>
            <a:ext cx="67455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Sprint 1 — Acquisition réseau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198118-CBEF-E7F8-7A73-1634F85EB99F}"/>
              </a:ext>
            </a:extLst>
          </p:cNvPr>
          <p:cNvSpPr txBox="1"/>
          <p:nvPr/>
        </p:nvSpPr>
        <p:spPr>
          <a:xfrm rot="16200000">
            <a:off x="-825607" y="5535749"/>
            <a:ext cx="507222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2 — Pipeline de données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286835-BF8A-A1F5-FABD-204CCDD8E83E}"/>
              </a:ext>
            </a:extLst>
          </p:cNvPr>
          <p:cNvSpPr txBox="1"/>
          <p:nvPr/>
        </p:nvSpPr>
        <p:spPr>
          <a:xfrm rot="16200000">
            <a:off x="-913500" y="4981916"/>
            <a:ext cx="6263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3 — </a:t>
            </a:r>
            <a:r>
              <a:rPr lang="en-US" sz="150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Détection</a:t>
            </a:r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comportementale</a:t>
            </a:r>
            <a:endParaRPr lang="en-US" sz="150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73274B2-7515-479B-5ABE-DD2BD7181E97}"/>
              </a:ext>
            </a:extLst>
          </p:cNvPr>
          <p:cNvGrpSpPr/>
          <p:nvPr/>
        </p:nvGrpSpPr>
        <p:grpSpPr>
          <a:xfrm rot="16200000">
            <a:off x="-10281386" y="723901"/>
            <a:ext cx="13030200" cy="3810000"/>
            <a:chOff x="1219200" y="1333500"/>
            <a:chExt cx="13030200" cy="3810000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AFA990B-C172-A93D-AEA5-207D99C04C4E}"/>
                </a:ext>
              </a:extLst>
            </p:cNvPr>
            <p:cNvSpPr/>
            <p:nvPr/>
          </p:nvSpPr>
          <p:spPr>
            <a:xfrm>
              <a:off x="1219200" y="1333500"/>
              <a:ext cx="13030200" cy="9144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Release 1 – Détection</a:t>
              </a:r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34B604F-3374-1953-4762-FBCE331AF3D2}"/>
                </a:ext>
              </a:extLst>
            </p:cNvPr>
            <p:cNvGrpSpPr/>
            <p:nvPr/>
          </p:nvGrpSpPr>
          <p:grpSpPr>
            <a:xfrm>
              <a:off x="1447800" y="2644139"/>
              <a:ext cx="6009538" cy="685800"/>
              <a:chOff x="1447800" y="3086100"/>
              <a:chExt cx="6009538" cy="685800"/>
            </a:xfrm>
          </p:grpSpPr>
          <p:sp>
            <p:nvSpPr>
              <p:cNvPr id="14" name="Oval 2">
                <a:extLst>
                  <a:ext uri="{FF2B5EF4-FFF2-40B4-BE49-F238E27FC236}">
                    <a16:creationId xmlns:a16="http://schemas.microsoft.com/office/drawing/2014/main" id="{577E39F8-7C7B-B8CE-C46B-9205AB59F062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TextBox 4">
                <a:extLst>
                  <a:ext uri="{FF2B5EF4-FFF2-40B4-BE49-F238E27FC236}">
                    <a16:creationId xmlns:a16="http://schemas.microsoft.com/office/drawing/2014/main" id="{634381CF-12CB-DD40-37C3-CBA4C912558E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5018938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1 — Acquisition réseau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80F278E-FC8D-5C5B-F374-0CF90169258B}"/>
                </a:ext>
              </a:extLst>
            </p:cNvPr>
            <p:cNvGrpSpPr/>
            <p:nvPr/>
          </p:nvGrpSpPr>
          <p:grpSpPr>
            <a:xfrm>
              <a:off x="1447800" y="3573779"/>
              <a:ext cx="6062822" cy="685800"/>
              <a:chOff x="1447800" y="3086100"/>
              <a:chExt cx="6062822" cy="685800"/>
            </a:xfrm>
          </p:grpSpPr>
          <p:sp>
            <p:nvSpPr>
              <p:cNvPr id="4" name="Oval 7">
                <a:extLst>
                  <a:ext uri="{FF2B5EF4-FFF2-40B4-BE49-F238E27FC236}">
                    <a16:creationId xmlns:a16="http://schemas.microsoft.com/office/drawing/2014/main" id="{7559C696-82DF-750A-7FC9-B43AA3E7FC95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4B7E943-2DBB-1757-9845-74C017227A5D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5072222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2 — Pipeline de données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43BDFCF-4738-7AF2-A678-277CDD6FB6A3}"/>
                </a:ext>
              </a:extLst>
            </p:cNvPr>
            <p:cNvGrpSpPr/>
            <p:nvPr/>
          </p:nvGrpSpPr>
          <p:grpSpPr>
            <a:xfrm>
              <a:off x="1447800" y="4457700"/>
              <a:ext cx="7253853" cy="685800"/>
              <a:chOff x="1447800" y="3086100"/>
              <a:chExt cx="7253853" cy="68580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FB4D5B9C-542A-1916-0824-AE439A905024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1C129F1-417E-BA2B-2BB9-F9F386738B6F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6263253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3 — </a:t>
                </a:r>
                <a:r>
                  <a:rPr lang="en-US" sz="30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Détection</a:t>
                </a:r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comportementale</a:t>
                </a:r>
                <a:endParaRPr lang="en-US" sz="3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111643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32019-10C4-758B-A179-654081A45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7540AF32-0EEB-D685-9A60-F71E965C9E92}"/>
              </a:ext>
            </a:extLst>
          </p:cNvPr>
          <p:cNvSpPr/>
          <p:nvPr/>
        </p:nvSpPr>
        <p:spPr>
          <a:xfrm>
            <a:off x="0" y="-304801"/>
            <a:ext cx="2852107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D8AF6BD-AB5D-DBD5-5ED8-820A7FA32DCA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1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059F966-99C8-5128-1172-947919806544}"/>
              </a:ext>
            </a:extLst>
          </p:cNvPr>
          <p:cNvGrpSpPr/>
          <p:nvPr/>
        </p:nvGrpSpPr>
        <p:grpSpPr>
          <a:xfrm>
            <a:off x="10646643" y="2003080"/>
            <a:ext cx="6929549" cy="2686981"/>
            <a:chOff x="10028048" y="6922468"/>
            <a:chExt cx="6929549" cy="3005302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C6995DB8-8AED-4783-4B51-5B04B4CA8267}"/>
                </a:ext>
              </a:extLst>
            </p:cNvPr>
            <p:cNvSpPr/>
            <p:nvPr/>
          </p:nvSpPr>
          <p:spPr>
            <a:xfrm>
              <a:off x="10028048" y="6922468"/>
              <a:ext cx="6906103" cy="3005302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D51AB49-CE86-69E7-95F6-BBFBF3B78523}"/>
                </a:ext>
              </a:extLst>
            </p:cNvPr>
            <p:cNvSpPr txBox="1"/>
            <p:nvPr/>
          </p:nvSpPr>
          <p:spPr>
            <a:xfrm>
              <a:off x="10051494" y="7403800"/>
              <a:ext cx="6906103" cy="20310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Voie rapide</a:t>
              </a: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(Kafka) : 16 caractéristiques extraites par flux → topic Kafka → inférence LSTM-VAE (2–4 ms) → décision SOAR immédiate, latence bout-en-bout &lt; 15 ms.</a:t>
              </a:r>
              <a:endParaRPr kumimoji="0" lang="en-US" sz="28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TextBox 4">
            <a:extLst>
              <a:ext uri="{FF2B5EF4-FFF2-40B4-BE49-F238E27FC236}">
                <a16:creationId xmlns:a16="http://schemas.microsoft.com/office/drawing/2014/main" id="{9F44D0C3-B96D-4B0E-4856-3745B9E2EF03}"/>
              </a:ext>
            </a:extLst>
          </p:cNvPr>
          <p:cNvSpPr txBox="1"/>
          <p:nvPr/>
        </p:nvSpPr>
        <p:spPr>
          <a:xfrm rot="16200000">
            <a:off x="-2781752" y="4657137"/>
            <a:ext cx="67455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1 — Acquisition réseau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7AE466-AB22-8AD3-ED7A-2CC83DC05566}"/>
              </a:ext>
            </a:extLst>
          </p:cNvPr>
          <p:cNvSpPr txBox="1"/>
          <p:nvPr/>
        </p:nvSpPr>
        <p:spPr>
          <a:xfrm rot="16200000">
            <a:off x="-3011774" y="3580667"/>
            <a:ext cx="8804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Sprint 2 — Pipeline de données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1C58D1-2724-4393-692E-CBCAB934863E}"/>
              </a:ext>
            </a:extLst>
          </p:cNvPr>
          <p:cNvSpPr txBox="1"/>
          <p:nvPr/>
        </p:nvSpPr>
        <p:spPr>
          <a:xfrm rot="16200000">
            <a:off x="-913500" y="4981916"/>
            <a:ext cx="6263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3 — </a:t>
            </a:r>
            <a:r>
              <a:rPr lang="en-US" sz="150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Détection</a:t>
            </a:r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comportementale</a:t>
            </a:r>
            <a:endParaRPr lang="en-US" sz="150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296CB1-0548-C692-783C-54CC6BE85B4E}"/>
              </a:ext>
            </a:extLst>
          </p:cNvPr>
          <p:cNvSpPr txBox="1"/>
          <p:nvPr/>
        </p:nvSpPr>
        <p:spPr>
          <a:xfrm>
            <a:off x="3848164" y="760065"/>
            <a:ext cx="58977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Pipeline de données (double chemin)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13F8B7-2A71-2382-C1AB-7A2311A67A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8" t="2552" r="3222" b="2419"/>
          <a:stretch>
            <a:fillRect/>
          </a:stretch>
        </p:blipFill>
        <p:spPr>
          <a:xfrm>
            <a:off x="3733800" y="1638300"/>
            <a:ext cx="6031150" cy="70866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0EB01D5-A5A1-D8CC-74AA-E5DE020B1880}"/>
              </a:ext>
            </a:extLst>
          </p:cNvPr>
          <p:cNvGrpSpPr/>
          <p:nvPr/>
        </p:nvGrpSpPr>
        <p:grpSpPr>
          <a:xfrm>
            <a:off x="10623197" y="5352120"/>
            <a:ext cx="6907364" cy="2897760"/>
            <a:chOff x="10028048" y="6922468"/>
            <a:chExt cx="6907364" cy="3241051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1BFF57B3-9FD4-72A8-E440-5EBB92B5E51A}"/>
                </a:ext>
              </a:extLst>
            </p:cNvPr>
            <p:cNvSpPr/>
            <p:nvPr/>
          </p:nvSpPr>
          <p:spPr>
            <a:xfrm>
              <a:off x="10028048" y="6922468"/>
              <a:ext cx="6906103" cy="3175757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C553C4B-22C9-4917-859E-96345FDF7721}"/>
                </a:ext>
              </a:extLst>
            </p:cNvPr>
            <p:cNvSpPr txBox="1"/>
            <p:nvPr/>
          </p:nvSpPr>
          <p:spPr>
            <a:xfrm>
              <a:off x="10029309" y="7168648"/>
              <a:ext cx="6906103" cy="2994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Voie froide </a:t>
              </a: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— Rétrospective : achemine chaque événement via </a:t>
              </a:r>
              <a:r>
                <a:rPr kumimoji="0" lang="fr-FR" sz="2800" i="0" u="none" strike="noStrike" kern="1200" cap="none" spc="0" normalizeH="0" baseline="0" noProof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Filebeat</a:t>
              </a: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et </a:t>
              </a:r>
              <a:r>
                <a:rPr kumimoji="0" lang="fr-FR" sz="2800" i="0" u="none" strike="noStrike" kern="1200" cap="none" spc="0" normalizeH="0" baseline="0" noProof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Logstash</a:t>
              </a: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vers </a:t>
              </a:r>
              <a:r>
                <a:rPr kumimoji="0" lang="fr-FR" sz="2800" i="0" u="none" strike="noStrike" kern="1200" cap="none" spc="0" normalizeH="0" baseline="0" noProof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Elasticsearch</a:t>
              </a: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, où il est enrichi (</a:t>
              </a:r>
              <a:r>
                <a:rPr kumimoji="0" lang="fr-FR" sz="2800" i="0" u="none" strike="noStrike" kern="1200" cap="none" spc="0" normalizeH="0" baseline="0" noProof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GeoIP</a:t>
              </a: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)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et indexé pour l’audit forensique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et la supervision </a:t>
              </a:r>
              <a:r>
                <a:rPr kumimoji="0" lang="fr-FR" sz="2800" i="0" u="none" strike="noStrike" kern="1200" cap="none" spc="0" normalizeH="0" baseline="0" noProof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Kibana</a:t>
              </a: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, sans contrainte de latence.</a:t>
              </a:r>
              <a:endParaRPr kumimoji="0" lang="en-US" sz="28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6679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FA320-BEDF-D5FA-EB01-9D0AF34A6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DA9A73D0-58B2-0DB4-6F46-08609051DA1A}"/>
              </a:ext>
            </a:extLst>
          </p:cNvPr>
          <p:cNvGrpSpPr/>
          <p:nvPr/>
        </p:nvGrpSpPr>
        <p:grpSpPr>
          <a:xfrm>
            <a:off x="9952154" y="3414687"/>
            <a:ext cx="7467600" cy="3457622"/>
            <a:chOff x="9998741" y="1074344"/>
            <a:chExt cx="7467600" cy="3867240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9F728E75-E6AF-E62C-24D9-2244FEF57819}"/>
                </a:ext>
              </a:extLst>
            </p:cNvPr>
            <p:cNvSpPr/>
            <p:nvPr/>
          </p:nvSpPr>
          <p:spPr>
            <a:xfrm>
              <a:off x="9998741" y="1074344"/>
              <a:ext cx="7467600" cy="386724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D4F000D-2E99-7D69-DB10-EA371201C90C}"/>
                </a:ext>
              </a:extLst>
            </p:cNvPr>
            <p:cNvSpPr txBox="1"/>
            <p:nvPr/>
          </p:nvSpPr>
          <p:spPr>
            <a:xfrm>
              <a:off x="10213837" y="1272540"/>
              <a:ext cx="7037409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les couches LSTM capturent la dynamique séquentielle du trafic, tandis que la régularisation </a:t>
              </a:r>
              <a:r>
                <a:rPr kumimoji="0" lang="fr-FR" sz="280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variationnelle</a:t>
              </a: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(KL) force le modèle à apprendre une frontière de normalité généralisable.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L’anomalie se détecte par une erreur de reconstruction (MSE) élevée.</a:t>
              </a:r>
              <a:endParaRPr kumimoji="0" lang="en-US" sz="28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3C41E93-2F0E-C328-F6AA-E65BF283F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5" t="11309" r="6838" b="3581"/>
          <a:stretch>
            <a:fillRect/>
          </a:stretch>
        </p:blipFill>
        <p:spPr>
          <a:xfrm>
            <a:off x="3660261" y="1445938"/>
            <a:ext cx="5483739" cy="80415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50043D-37D1-8499-01B6-220E7005900D}"/>
              </a:ext>
            </a:extLst>
          </p:cNvPr>
          <p:cNvSpPr txBox="1"/>
          <p:nvPr/>
        </p:nvSpPr>
        <p:spPr>
          <a:xfrm>
            <a:off x="3558060" y="800100"/>
            <a:ext cx="581454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du modèle LSTM-VAE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219CF7-7862-834C-D258-48ADEE63082E}"/>
              </a:ext>
            </a:extLst>
          </p:cNvPr>
          <p:cNvSpPr/>
          <p:nvPr/>
        </p:nvSpPr>
        <p:spPr>
          <a:xfrm>
            <a:off x="0" y="-304801"/>
            <a:ext cx="2852107" cy="10896600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6849EF0-5F14-B039-50F9-7028C927EF9F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1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4">
            <a:extLst>
              <a:ext uri="{FF2B5EF4-FFF2-40B4-BE49-F238E27FC236}">
                <a16:creationId xmlns:a16="http://schemas.microsoft.com/office/drawing/2014/main" id="{CFCC04D1-15FD-0BCC-6ACE-698C73F2ADD8}"/>
              </a:ext>
            </a:extLst>
          </p:cNvPr>
          <p:cNvSpPr txBox="1"/>
          <p:nvPr/>
        </p:nvSpPr>
        <p:spPr>
          <a:xfrm rot="16200000">
            <a:off x="-2781752" y="4657137"/>
            <a:ext cx="67455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1 — Acquisition réseau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4E8C1D-CBA7-42C9-1D8E-5FA2FA01200D}"/>
              </a:ext>
            </a:extLst>
          </p:cNvPr>
          <p:cNvSpPr txBox="1"/>
          <p:nvPr/>
        </p:nvSpPr>
        <p:spPr>
          <a:xfrm rot="16200000">
            <a:off x="-3344778" y="3627446"/>
            <a:ext cx="880494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rgbClr val="909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2 — Pipeline de données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26DF7B-26FA-F0CD-5538-ADDC7F22DD2A}"/>
              </a:ext>
            </a:extLst>
          </p:cNvPr>
          <p:cNvSpPr txBox="1"/>
          <p:nvPr/>
        </p:nvSpPr>
        <p:spPr>
          <a:xfrm rot="16200000">
            <a:off x="-2197121" y="5052545"/>
            <a:ext cx="84656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Sprint 3 — </a:t>
            </a:r>
            <a:r>
              <a:rPr lang="en-US" sz="400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Détection</a:t>
            </a: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comportementale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2831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6D7F7-FD00-ABB8-1E7F-8DBF7B6F3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2EDA1B-2473-11DE-2235-0A90DC62AEB8}"/>
              </a:ext>
            </a:extLst>
          </p:cNvPr>
          <p:cNvSpPr txBox="1"/>
          <p:nvPr/>
        </p:nvSpPr>
        <p:spPr>
          <a:xfrm>
            <a:off x="7170065" y="710619"/>
            <a:ext cx="5859296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Ingénierie des caractéristiques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5A44D2-F739-6F56-EE74-7EAD9B6A1872}"/>
              </a:ext>
            </a:extLst>
          </p:cNvPr>
          <p:cNvSpPr txBox="1"/>
          <p:nvPr/>
        </p:nvSpPr>
        <p:spPr>
          <a:xfrm>
            <a:off x="4749798" y="1616214"/>
            <a:ext cx="10363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Le score ANOVA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alysis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riance), qui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mesure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capacité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chaque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caractéristique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à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distinguer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statistiquement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le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trafic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bénin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du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trafic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malveillant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26288AE-67B0-D331-0DDF-08479747D132}"/>
              </a:ext>
            </a:extLst>
          </p:cNvPr>
          <p:cNvGrpSpPr/>
          <p:nvPr/>
        </p:nvGrpSpPr>
        <p:grpSpPr>
          <a:xfrm>
            <a:off x="3513086" y="3896510"/>
            <a:ext cx="5630914" cy="1143000"/>
            <a:chOff x="3944568" y="2857500"/>
            <a:chExt cx="5630914" cy="11430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D073489-49ED-C3E8-3D5A-F5AA36C9B90C}"/>
                </a:ext>
              </a:extLst>
            </p:cNvPr>
            <p:cNvSpPr/>
            <p:nvPr/>
          </p:nvSpPr>
          <p:spPr>
            <a:xfrm>
              <a:off x="3944568" y="2857500"/>
              <a:ext cx="5630914" cy="11430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8A32D81-23F4-6C23-8E47-72EFAD7D2BA0}"/>
                </a:ext>
              </a:extLst>
            </p:cNvPr>
            <p:cNvSpPr txBox="1"/>
            <p:nvPr/>
          </p:nvSpPr>
          <p:spPr>
            <a:xfrm>
              <a:off x="4363073" y="3033897"/>
              <a:ext cx="476014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4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Nettoyage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FR" sz="200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 Valeur NaN / infinies écartés )</a:t>
              </a:r>
              <a:endParaRPr kumimoji="0" lang="en-US" sz="20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EE27F4B-53A9-123F-2E02-98890DA0C74D}"/>
              </a:ext>
            </a:extLst>
          </p:cNvPr>
          <p:cNvGrpSpPr/>
          <p:nvPr/>
        </p:nvGrpSpPr>
        <p:grpSpPr>
          <a:xfrm>
            <a:off x="3513086" y="5700021"/>
            <a:ext cx="5630914" cy="1143000"/>
            <a:chOff x="3944568" y="2857500"/>
            <a:chExt cx="5630914" cy="114300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17BA8849-E15F-33E6-9AC2-AE7AA8904E1D}"/>
                </a:ext>
              </a:extLst>
            </p:cNvPr>
            <p:cNvSpPr/>
            <p:nvPr/>
          </p:nvSpPr>
          <p:spPr>
            <a:xfrm>
              <a:off x="3944568" y="2857500"/>
              <a:ext cx="5630914" cy="11430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E55124C-DDF7-3692-648D-28A78CD02D08}"/>
                </a:ext>
              </a:extLst>
            </p:cNvPr>
            <p:cNvSpPr txBox="1"/>
            <p:nvPr/>
          </p:nvSpPr>
          <p:spPr>
            <a:xfrm>
              <a:off x="4114759" y="3008343"/>
              <a:ext cx="525784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4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Sélection équilibrée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FR" sz="200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( 16 caractéristiques, ANOVA par type d’attaque )</a:t>
              </a:r>
              <a:endParaRPr kumimoji="0" lang="en-US" sz="20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5128517-91EB-DAC7-197F-E1E5FF26351F}"/>
              </a:ext>
            </a:extLst>
          </p:cNvPr>
          <p:cNvGrpSpPr/>
          <p:nvPr/>
        </p:nvGrpSpPr>
        <p:grpSpPr>
          <a:xfrm>
            <a:off x="3513086" y="7503532"/>
            <a:ext cx="5630914" cy="1143000"/>
            <a:chOff x="3944568" y="2857500"/>
            <a:chExt cx="5630914" cy="114300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BDDDB508-AB73-F3E3-8BCA-42D17CFE0B86}"/>
                </a:ext>
              </a:extLst>
            </p:cNvPr>
            <p:cNvSpPr/>
            <p:nvPr/>
          </p:nvSpPr>
          <p:spPr>
            <a:xfrm>
              <a:off x="3944568" y="2857500"/>
              <a:ext cx="5630914" cy="11430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219A29E-185D-A3FA-77C3-4A4607109F20}"/>
                </a:ext>
              </a:extLst>
            </p:cNvPr>
            <p:cNvSpPr txBox="1"/>
            <p:nvPr/>
          </p:nvSpPr>
          <p:spPr>
            <a:xfrm>
              <a:off x="4114759" y="3008343"/>
              <a:ext cx="525784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4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Normalisation </a:t>
              </a:r>
              <a:r>
                <a:rPr kumimoji="0" lang="fr-FR" sz="240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MinMax</a:t>
              </a:r>
              <a:endParaRPr kumimoji="0" lang="fr-FR" sz="24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FR" sz="200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 Intervalle [0,1] )</a:t>
              </a:r>
              <a:endParaRPr kumimoji="0" lang="en-US" sz="20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7969BE0-CFA2-5004-0F0D-BA296A53AEEF}"/>
              </a:ext>
            </a:extLst>
          </p:cNvPr>
          <p:cNvCxnSpPr>
            <a:cxnSpLocks/>
            <a:stCxn id="12" idx="2"/>
            <a:endCxn id="17" idx="0"/>
          </p:cNvCxnSpPr>
          <p:nvPr/>
        </p:nvCxnSpPr>
        <p:spPr>
          <a:xfrm>
            <a:off x="6328543" y="5039510"/>
            <a:ext cx="0" cy="6605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7F02021-55F5-56E4-4A7D-FBD7D997651B}"/>
              </a:ext>
            </a:extLst>
          </p:cNvPr>
          <p:cNvCxnSpPr>
            <a:cxnSpLocks/>
            <a:stCxn id="17" idx="2"/>
            <a:endCxn id="20" idx="0"/>
          </p:cNvCxnSpPr>
          <p:nvPr/>
        </p:nvCxnSpPr>
        <p:spPr>
          <a:xfrm>
            <a:off x="6328543" y="6843021"/>
            <a:ext cx="0" cy="6605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EEBF9591-CD6A-8075-929C-2FC11A80DA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367"/>
          <a:stretch>
            <a:fillRect/>
          </a:stretch>
        </p:blipFill>
        <p:spPr>
          <a:xfrm>
            <a:off x="9304606" y="3390900"/>
            <a:ext cx="8952914" cy="5601984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4B726624-DA85-7929-2F81-08D42D3FF02B}"/>
              </a:ext>
            </a:extLst>
          </p:cNvPr>
          <p:cNvSpPr/>
          <p:nvPr/>
        </p:nvSpPr>
        <p:spPr>
          <a:xfrm>
            <a:off x="0" y="-304801"/>
            <a:ext cx="2852107" cy="10896600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102539D-6A02-6353-797F-F0918B692E4C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1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4">
            <a:extLst>
              <a:ext uri="{FF2B5EF4-FFF2-40B4-BE49-F238E27FC236}">
                <a16:creationId xmlns:a16="http://schemas.microsoft.com/office/drawing/2014/main" id="{19C27823-8ED5-AF2A-8C43-0ECF47B55A5E}"/>
              </a:ext>
            </a:extLst>
          </p:cNvPr>
          <p:cNvSpPr txBox="1"/>
          <p:nvPr/>
        </p:nvSpPr>
        <p:spPr>
          <a:xfrm rot="16200000">
            <a:off x="-2781752" y="4657137"/>
            <a:ext cx="67455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1 — Acquisition réseau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B5F2997-A7F3-8C69-E25E-EA685C939318}"/>
              </a:ext>
            </a:extLst>
          </p:cNvPr>
          <p:cNvSpPr txBox="1"/>
          <p:nvPr/>
        </p:nvSpPr>
        <p:spPr>
          <a:xfrm rot="16200000">
            <a:off x="-3344778" y="3627446"/>
            <a:ext cx="880494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rgbClr val="909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2 — Pipeline de données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4482341-C8F6-B7FD-CA43-4A6ECAF6336C}"/>
              </a:ext>
            </a:extLst>
          </p:cNvPr>
          <p:cNvSpPr txBox="1"/>
          <p:nvPr/>
        </p:nvSpPr>
        <p:spPr>
          <a:xfrm rot="16200000">
            <a:off x="-2197121" y="5052545"/>
            <a:ext cx="84656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Sprint 3 — </a:t>
            </a:r>
            <a:r>
              <a:rPr lang="en-US" sz="400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Détection</a:t>
            </a: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comportementale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7473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6FE37-F6BF-5D57-1104-4E1119E2F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4562E6AD-34C7-C413-C2FE-541A1ECC982C}"/>
              </a:ext>
            </a:extLst>
          </p:cNvPr>
          <p:cNvSpPr/>
          <p:nvPr/>
        </p:nvSpPr>
        <p:spPr>
          <a:xfrm>
            <a:off x="0" y="-304801"/>
            <a:ext cx="2852107" cy="10896600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4546918-6C94-C822-36CF-519E93BD2F8E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1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D59FD41A-BC57-92E5-6629-09F8944F0527}"/>
              </a:ext>
            </a:extLst>
          </p:cNvPr>
          <p:cNvSpPr txBox="1"/>
          <p:nvPr/>
        </p:nvSpPr>
        <p:spPr>
          <a:xfrm rot="16200000">
            <a:off x="-2781752" y="4657137"/>
            <a:ext cx="67455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1 — Acquisition réseau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7D234F-45B4-2BF6-B8EB-1230F78650C5}"/>
              </a:ext>
            </a:extLst>
          </p:cNvPr>
          <p:cNvSpPr txBox="1"/>
          <p:nvPr/>
        </p:nvSpPr>
        <p:spPr>
          <a:xfrm rot="16200000">
            <a:off x="-3344778" y="3627446"/>
            <a:ext cx="880494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rgbClr val="909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2 — Pipeline de données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D2829C-EC80-629C-1A88-92F59DA4BB90}"/>
              </a:ext>
            </a:extLst>
          </p:cNvPr>
          <p:cNvSpPr txBox="1"/>
          <p:nvPr/>
        </p:nvSpPr>
        <p:spPr>
          <a:xfrm rot="16200000">
            <a:off x="-2197121" y="5052545"/>
            <a:ext cx="84656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Sprint 3 — </a:t>
            </a:r>
            <a:r>
              <a:rPr lang="en-US" sz="400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Détection</a:t>
            </a: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comportementale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EB6836-974B-57CA-8FB6-C1002A47822F}"/>
              </a:ext>
            </a:extLst>
          </p:cNvPr>
          <p:cNvSpPr txBox="1"/>
          <p:nvPr/>
        </p:nvSpPr>
        <p:spPr>
          <a:xfrm>
            <a:off x="8498378" y="728872"/>
            <a:ext cx="389401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Calibration du seuil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55EC5A-3094-7832-C376-30548E0733A2}"/>
              </a:ext>
            </a:extLst>
          </p:cNvPr>
          <p:cNvSpPr txBox="1"/>
          <p:nvPr/>
        </p:nvSpPr>
        <p:spPr>
          <a:xfrm>
            <a:off x="5263787" y="1616214"/>
            <a:ext cx="10363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La calibration du </a:t>
            </a:r>
            <a:r>
              <a:rPr lang="en-US" sz="20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seuil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τ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détermine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à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partir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l’erreur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de reconstruction (MSE)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mesurée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sur le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trafic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bénin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de validation, le point de bascule entre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comportement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normal et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anomalie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3213074-D409-6BA8-4AF2-95409AEE8B94}"/>
              </a:ext>
            </a:extLst>
          </p:cNvPr>
          <p:cNvGrpSpPr/>
          <p:nvPr/>
        </p:nvGrpSpPr>
        <p:grpSpPr>
          <a:xfrm>
            <a:off x="5943600" y="2840252"/>
            <a:ext cx="4030714" cy="707886"/>
            <a:chOff x="3944568" y="2857500"/>
            <a:chExt cx="5630914" cy="70788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B1394CD-8576-DF8A-0E39-B6DAA944192D}"/>
                </a:ext>
              </a:extLst>
            </p:cNvPr>
            <p:cNvSpPr/>
            <p:nvPr/>
          </p:nvSpPr>
          <p:spPr>
            <a:xfrm>
              <a:off x="3944568" y="2857500"/>
              <a:ext cx="5630914" cy="707886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B67237A-7E21-8EE9-071E-5F564F467E6A}"/>
                </a:ext>
              </a:extLst>
            </p:cNvPr>
            <p:cNvSpPr txBox="1"/>
            <p:nvPr/>
          </p:nvSpPr>
          <p:spPr>
            <a:xfrm>
              <a:off x="4363073" y="2961490"/>
              <a:ext cx="476014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2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Optimum F1: </a:t>
              </a:r>
              <a:r>
                <a:rPr kumimoji="0" lang="el-GR" sz="22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τ</a:t>
              </a:r>
              <a:r>
                <a:rPr kumimoji="0" lang="fr-FR" sz="22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= 37,77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A091C0D-C5BB-E27E-8665-38B5F89EC5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0183" y="5525617"/>
            <a:ext cx="9930404" cy="3995936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21B13C1-568D-4F0B-C323-BAE6791C4358}"/>
              </a:ext>
            </a:extLst>
          </p:cNvPr>
          <p:cNvGrpSpPr/>
          <p:nvPr/>
        </p:nvGrpSpPr>
        <p:grpSpPr>
          <a:xfrm>
            <a:off x="5931517" y="4053498"/>
            <a:ext cx="4030714" cy="707886"/>
            <a:chOff x="3944568" y="2857500"/>
            <a:chExt cx="5630914" cy="707886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9A1E8F4-0EDE-C0B9-328C-747764C69F69}"/>
                </a:ext>
              </a:extLst>
            </p:cNvPr>
            <p:cNvSpPr/>
            <p:nvPr/>
          </p:nvSpPr>
          <p:spPr>
            <a:xfrm>
              <a:off x="3944568" y="2857500"/>
              <a:ext cx="5630914" cy="707886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283FAFD-18C5-B4ED-6306-DB31433FE24D}"/>
                    </a:ext>
                  </a:extLst>
                </p:cNvPr>
                <p:cNvSpPr txBox="1"/>
                <p:nvPr/>
              </p:nvSpPr>
              <p:spPr>
                <a:xfrm>
                  <a:off x="4363073" y="2961490"/>
                  <a:ext cx="4760145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𝜇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+2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𝜎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: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𝜏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=77,95</m:t>
                        </m:r>
                      </m:oMath>
                    </m:oMathPara>
                  </a14:m>
                  <a:endParaRPr kumimoji="0" lang="fr-FR" sz="220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283FAFD-18C5-B4ED-6306-DB31433FE2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3073" y="2961490"/>
                  <a:ext cx="4760145" cy="430887"/>
                </a:xfrm>
                <a:prstGeom prst="rect">
                  <a:avLst/>
                </a:prstGeom>
                <a:blipFill>
                  <a:blip r:embed="rId3"/>
                  <a:stretch>
                    <a:fillRect b="-84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7BDA0DC-B027-58F4-46F2-DC1D54A7486C}"/>
              </a:ext>
            </a:extLst>
          </p:cNvPr>
          <p:cNvGrpSpPr/>
          <p:nvPr/>
        </p:nvGrpSpPr>
        <p:grpSpPr>
          <a:xfrm>
            <a:off x="11050753" y="2821131"/>
            <a:ext cx="4030714" cy="707886"/>
            <a:chOff x="3944568" y="2857500"/>
            <a:chExt cx="5630914" cy="707886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BCAC9C90-3C7D-47BB-4C9C-3175FB53C826}"/>
                </a:ext>
              </a:extLst>
            </p:cNvPr>
            <p:cNvSpPr/>
            <p:nvPr/>
          </p:nvSpPr>
          <p:spPr>
            <a:xfrm>
              <a:off x="3944568" y="2857500"/>
              <a:ext cx="5630914" cy="707886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BFCC2FA-BE7F-669E-B40B-5038F7F7B3A0}"/>
                    </a:ext>
                  </a:extLst>
                </p:cNvPr>
                <p:cNvSpPr txBox="1"/>
                <p:nvPr/>
              </p:nvSpPr>
              <p:spPr>
                <a:xfrm>
                  <a:off x="4363073" y="3011388"/>
                  <a:ext cx="511452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 algn="ctr">
                    <a:defRPr/>
                  </a:pPr>
                  <a14:m>
                    <m:oMathPara xmlns:m="http://schemas.openxmlformats.org/officeDocument/2006/math">
                      <m:oMath>
                        <m:r>
                          <a:rPr lang="fr-FR" sz="2000" b="1" i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𝛍</m:t>
                        </m:r>
                        <m:r>
                          <a:rPr lang="fr-FR" sz="2000" b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sz="2000" b="1" i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fr-FR" sz="2000" b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2000" b="1" i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fr-FR" sz="2000" b="1" i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𝛔</m:t>
                        </m:r>
                        <m:r>
                          <a:rPr lang="fr-FR" sz="2000" b="1" i="0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 :</m:t>
                        </m:r>
                        <m:r>
                          <a:rPr lang="fr-FR" sz="2000" b="1" i="1" dirty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𝛕</m:t>
                        </m:r>
                        <m:r>
                          <a:rPr lang="fr-FR" sz="2000" b="1" i="0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FR" sz="2000" b="1" i="0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𝟔𝟖</m:t>
                        </m:r>
                        <m:r>
                          <a:rPr lang="fr-FR" sz="2000" b="1" i="0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2000" b="1" i="0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  <m:r>
                          <a:rPr lang="fr-FR" sz="2000" b="1" i="0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fr-FR" sz="2000" b="1" i="0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𝐫𝐞𝐭𝐞𝐧𝐮</m:t>
                        </m:r>
                        <m:r>
                          <a:rPr lang="fr-FR" sz="2000" b="1" i="0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0" lang="fr-FR" sz="20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BFCC2FA-BE7F-669E-B40B-5038F7F7B3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3073" y="3011388"/>
                  <a:ext cx="5114525" cy="400110"/>
                </a:xfrm>
                <a:prstGeom prst="rect">
                  <a:avLst/>
                </a:prstGeom>
                <a:blipFill>
                  <a:blip r:embed="rId4"/>
                  <a:stretch>
                    <a:fillRect l="-832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EC63B5E-0C47-4569-E497-37A0C5ABC7FE}"/>
              </a:ext>
            </a:extLst>
          </p:cNvPr>
          <p:cNvGrpSpPr/>
          <p:nvPr/>
        </p:nvGrpSpPr>
        <p:grpSpPr>
          <a:xfrm>
            <a:off x="11050753" y="3978021"/>
            <a:ext cx="4030714" cy="707886"/>
            <a:chOff x="3944568" y="2857500"/>
            <a:chExt cx="5630914" cy="707886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4849B6E6-22A0-EC4E-0764-7536CED99E3D}"/>
                </a:ext>
              </a:extLst>
            </p:cNvPr>
            <p:cNvSpPr/>
            <p:nvPr/>
          </p:nvSpPr>
          <p:spPr>
            <a:xfrm>
              <a:off x="3944568" y="2857500"/>
              <a:ext cx="5630914" cy="707886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01B5BD1-5CB8-608E-EEE0-4B45B772224F}"/>
                    </a:ext>
                  </a:extLst>
                </p:cNvPr>
                <p:cNvSpPr txBox="1"/>
                <p:nvPr/>
              </p:nvSpPr>
              <p:spPr>
                <a:xfrm>
                  <a:off x="4363073" y="2961490"/>
                  <a:ext cx="4760145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𝜇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+3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𝜎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: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𝜏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=97,62</m:t>
                        </m:r>
                      </m:oMath>
                    </m:oMathPara>
                  </a14:m>
                  <a:endParaRPr kumimoji="0" lang="fr-FR" sz="220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01B5BD1-5CB8-608E-EEE0-4B45B77222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3073" y="2961490"/>
                  <a:ext cx="4760145" cy="430887"/>
                </a:xfrm>
                <a:prstGeom prst="rect">
                  <a:avLst/>
                </a:prstGeom>
                <a:blipFill>
                  <a:blip r:embed="rId5"/>
                  <a:stretch>
                    <a:fillRect b="-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661684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1C970-996F-9F14-E7D0-592C9D37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52B24C-36E1-9211-D03A-9C8CED6945BB}"/>
              </a:ext>
            </a:extLst>
          </p:cNvPr>
          <p:cNvSpPr txBox="1"/>
          <p:nvPr/>
        </p:nvSpPr>
        <p:spPr>
          <a:xfrm>
            <a:off x="7141499" y="742585"/>
            <a:ext cx="660777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Évaluation du modèle LSTM-VAE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76EA36-10D7-6170-B092-F24FAEF3F965}"/>
              </a:ext>
            </a:extLst>
          </p:cNvPr>
          <p:cNvSpPr txBox="1"/>
          <p:nvPr/>
        </p:nvSpPr>
        <p:spPr>
          <a:xfrm>
            <a:off x="5263787" y="1616214"/>
            <a:ext cx="10363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/>
              <a:t>Les deux architectures </a:t>
            </a:r>
            <a:r>
              <a:rPr lang="en-US" sz="2000" b="1" err="1"/>
              <a:t>ont</a:t>
            </a:r>
            <a:r>
              <a:rPr lang="en-US" sz="2000" b="1"/>
              <a:t> </a:t>
            </a:r>
            <a:r>
              <a:rPr lang="en-US" sz="2000" b="1" err="1"/>
              <a:t>été</a:t>
            </a:r>
            <a:r>
              <a:rPr lang="en-US" sz="2000" b="1"/>
              <a:t> </a:t>
            </a:r>
            <a:r>
              <a:rPr lang="en-US" sz="2000" b="1" err="1"/>
              <a:t>entraînées</a:t>
            </a:r>
            <a:r>
              <a:rPr lang="en-US" sz="2000" b="1"/>
              <a:t> et </a:t>
            </a:r>
            <a:r>
              <a:rPr lang="en-US" sz="2000" b="1" err="1"/>
              <a:t>évaluées</a:t>
            </a:r>
            <a:r>
              <a:rPr lang="en-US" sz="2000" b="1"/>
              <a:t> dans des conditions </a:t>
            </a:r>
            <a:r>
              <a:rPr lang="en-US" sz="2000" b="1" err="1"/>
              <a:t>strictement</a:t>
            </a:r>
            <a:r>
              <a:rPr lang="en-US" sz="2000" b="1"/>
              <a:t> </a:t>
            </a:r>
            <a:r>
              <a:rPr lang="en-US" sz="2000" b="1" err="1"/>
              <a:t>identiques</a:t>
            </a:r>
            <a:r>
              <a:rPr lang="en-US" sz="2000"/>
              <a:t> </a:t>
            </a:r>
            <a:r>
              <a:rPr lang="en-US" sz="2000" err="1"/>
              <a:t>mêmes</a:t>
            </a:r>
            <a:r>
              <a:rPr lang="en-US" sz="2000"/>
              <a:t> 16 </a:t>
            </a:r>
            <a:r>
              <a:rPr lang="en-US" sz="2000" err="1"/>
              <a:t>caractéristiques</a:t>
            </a:r>
            <a:r>
              <a:rPr lang="en-US" sz="2000"/>
              <a:t>, </a:t>
            </a:r>
            <a:r>
              <a:rPr lang="en-US" sz="2000" err="1"/>
              <a:t>même</a:t>
            </a:r>
            <a:r>
              <a:rPr lang="en-US" sz="2000"/>
              <a:t> jeu de données, </a:t>
            </a:r>
            <a:r>
              <a:rPr lang="en-US" sz="2000" err="1"/>
              <a:t>même</a:t>
            </a:r>
            <a:r>
              <a:rPr lang="en-US" sz="2000"/>
              <a:t> </a:t>
            </a:r>
            <a:r>
              <a:rPr lang="en-US" sz="2000" err="1"/>
              <a:t>méthodologie</a:t>
            </a:r>
            <a:r>
              <a:rPr lang="en-US" sz="2000"/>
              <a:t> de </a:t>
            </a:r>
            <a:r>
              <a:rPr lang="en-US" sz="2000" err="1"/>
              <a:t>seuil</a:t>
            </a:r>
            <a:r>
              <a:rPr lang="en-US" sz="2000"/>
              <a:t>.</a:t>
            </a:r>
            <a:endParaRPr lang="en-US" sz="2000">
              <a:effectLst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69B1A46-009C-FF8A-5FC3-4A3A21287114}"/>
              </a:ext>
            </a:extLst>
          </p:cNvPr>
          <p:cNvGrpSpPr/>
          <p:nvPr/>
        </p:nvGrpSpPr>
        <p:grpSpPr>
          <a:xfrm>
            <a:off x="5263784" y="7355783"/>
            <a:ext cx="10363200" cy="1962598"/>
            <a:chOff x="790380" y="625140"/>
            <a:chExt cx="8785102" cy="19625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BF3F38E-C32D-5C62-2C4A-F1C83D3711A5}"/>
                </a:ext>
              </a:extLst>
            </p:cNvPr>
            <p:cNvSpPr/>
            <p:nvPr/>
          </p:nvSpPr>
          <p:spPr>
            <a:xfrm>
              <a:off x="790380" y="625140"/>
              <a:ext cx="8785102" cy="1962598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94539C8-C124-D5CE-9B26-6515A475E5AC}"/>
                </a:ext>
              </a:extLst>
            </p:cNvPr>
            <p:cNvSpPr txBox="1"/>
            <p:nvPr/>
          </p:nvSpPr>
          <p:spPr>
            <a:xfrm>
              <a:off x="917032" y="883164"/>
              <a:ext cx="8531792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20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Validation en conditions réelles (chaîne complète, 4 nœuds, 46 960 flux rejoués chronologiquement) : 6 attaques sur 6 détectées à 100 % des fenêtres, dont le brute-force SSH (Hydra) — angle mort de Suricata comblé par la détection comportementale. FPR réel : 0,18 % (contre 9,23 % en évaluation hors ligne).</a:t>
              </a:r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E15CB9-F096-8828-B336-8431BA35CB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715808"/>
              </p:ext>
            </p:extLst>
          </p:nvPr>
        </p:nvGraphicFramePr>
        <p:xfrm>
          <a:off x="6406780" y="3449575"/>
          <a:ext cx="8077200" cy="2940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0384">
                  <a:extLst>
                    <a:ext uri="{9D8B030D-6E8A-4147-A177-3AD203B41FA5}">
                      <a16:colId xmlns:a16="http://schemas.microsoft.com/office/drawing/2014/main" val="67450470"/>
                    </a:ext>
                  </a:extLst>
                </a:gridCol>
                <a:gridCol w="2026016">
                  <a:extLst>
                    <a:ext uri="{9D8B030D-6E8A-4147-A177-3AD203B41FA5}">
                      <a16:colId xmlns:a16="http://schemas.microsoft.com/office/drawing/2014/main" val="58260416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79402377"/>
                    </a:ext>
                  </a:extLst>
                </a:gridCol>
              </a:tblGrid>
              <a:tr h="71520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Métrique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LSTM-VAE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Isolation Forest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36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Global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51,89 %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50,95 %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956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FPR global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9,23 %</a:t>
                      </a:r>
                      <a:endParaRPr lang="en-US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57,36 %</a:t>
                      </a:r>
                      <a:endParaRPr lang="en-US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146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Précision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87,41 %</a:t>
                      </a:r>
                      <a:endParaRPr lang="en-US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52,17 %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614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FTP-</a:t>
                      </a:r>
                      <a:r>
                        <a:rPr lang="fr-FR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Patator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98,01 %</a:t>
                      </a:r>
                      <a:endParaRPr lang="en-US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0,23 %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446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SSH-</a:t>
                      </a:r>
                      <a:r>
                        <a:rPr lang="fr-FR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Patator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6,23 %</a:t>
                      </a:r>
                      <a:endParaRPr lang="en-US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0,29 %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416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DDoS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83,98 %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84,31 %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811303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583A5A09-2771-E67E-A85F-264EB4E4CEA6}"/>
              </a:ext>
            </a:extLst>
          </p:cNvPr>
          <p:cNvSpPr/>
          <p:nvPr/>
        </p:nvSpPr>
        <p:spPr>
          <a:xfrm>
            <a:off x="0" y="-304801"/>
            <a:ext cx="2852107" cy="10896600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3F1E150-B430-93A9-EA1A-AE27475F0DE1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1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4">
            <a:extLst>
              <a:ext uri="{FF2B5EF4-FFF2-40B4-BE49-F238E27FC236}">
                <a16:creationId xmlns:a16="http://schemas.microsoft.com/office/drawing/2014/main" id="{14E420D4-3653-44A3-C5E5-137E2F3F2A62}"/>
              </a:ext>
            </a:extLst>
          </p:cNvPr>
          <p:cNvSpPr txBox="1"/>
          <p:nvPr/>
        </p:nvSpPr>
        <p:spPr>
          <a:xfrm rot="16200000">
            <a:off x="-2781752" y="4657137"/>
            <a:ext cx="67455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1 — Acquisition réseau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4D4667-8899-43D4-7B7C-3A4CA8844553}"/>
              </a:ext>
            </a:extLst>
          </p:cNvPr>
          <p:cNvSpPr txBox="1"/>
          <p:nvPr/>
        </p:nvSpPr>
        <p:spPr>
          <a:xfrm rot="16200000">
            <a:off x="-3344778" y="3627446"/>
            <a:ext cx="880494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rgbClr val="909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2 — Pipeline de données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C4900C-B260-C5CD-A05C-778B128BD553}"/>
              </a:ext>
            </a:extLst>
          </p:cNvPr>
          <p:cNvSpPr txBox="1"/>
          <p:nvPr/>
        </p:nvSpPr>
        <p:spPr>
          <a:xfrm rot="16200000">
            <a:off x="-2197121" y="5052545"/>
            <a:ext cx="84656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Sprint 3 — </a:t>
            </a:r>
            <a:r>
              <a:rPr lang="en-US" sz="400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Détection</a:t>
            </a: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comportementale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0834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6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114BC4-3AA1-F1A7-DFCE-84EE50F44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6881B50-7AA9-CDAD-56D8-06E008BE423D}"/>
              </a:ext>
            </a:extLst>
          </p:cNvPr>
          <p:cNvGrpSpPr/>
          <p:nvPr/>
        </p:nvGrpSpPr>
        <p:grpSpPr>
          <a:xfrm>
            <a:off x="914400" y="723900"/>
            <a:ext cx="13030200" cy="3810000"/>
            <a:chOff x="1219200" y="1333500"/>
            <a:chExt cx="13030200" cy="3810000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133702D-7978-0E39-10AB-C5C065E05382}"/>
                </a:ext>
              </a:extLst>
            </p:cNvPr>
            <p:cNvSpPr/>
            <p:nvPr/>
          </p:nvSpPr>
          <p:spPr>
            <a:xfrm>
              <a:off x="1219200" y="1333500"/>
              <a:ext cx="13030200" cy="9144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Release 1 – Détection</a:t>
              </a:r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7D8458C-191A-0276-8ECF-728FFD85F1A7}"/>
                </a:ext>
              </a:extLst>
            </p:cNvPr>
            <p:cNvGrpSpPr/>
            <p:nvPr/>
          </p:nvGrpSpPr>
          <p:grpSpPr>
            <a:xfrm>
              <a:off x="1447800" y="2644139"/>
              <a:ext cx="6009538" cy="685800"/>
              <a:chOff x="1447800" y="3086100"/>
              <a:chExt cx="6009538" cy="685800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735A9BF8-8EF4-211B-9F71-A9453C716B09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3B99A6-7AF7-2C3B-7EC8-671B255C8CCA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5018938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1 — Acquisition réseau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BF55678-9BC5-BDEC-7B49-1EB5B272F471}"/>
                </a:ext>
              </a:extLst>
            </p:cNvPr>
            <p:cNvGrpSpPr/>
            <p:nvPr/>
          </p:nvGrpSpPr>
          <p:grpSpPr>
            <a:xfrm>
              <a:off x="1447800" y="3573779"/>
              <a:ext cx="6062822" cy="685800"/>
              <a:chOff x="1447800" y="3086100"/>
              <a:chExt cx="6062822" cy="68580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3F5B791-EB83-8F01-0523-C134FAC263E5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7C29D6-D15F-34CF-A528-A8926637EA57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5072222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2 — Pipeline de données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53B4C1F-5B19-040B-83B0-DC81F8BDEDFE}"/>
                </a:ext>
              </a:extLst>
            </p:cNvPr>
            <p:cNvGrpSpPr/>
            <p:nvPr/>
          </p:nvGrpSpPr>
          <p:grpSpPr>
            <a:xfrm>
              <a:off x="1447800" y="4457700"/>
              <a:ext cx="7253853" cy="685800"/>
              <a:chOff x="1447800" y="3086100"/>
              <a:chExt cx="7253853" cy="68580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1A326739-D629-2A75-2CA0-6D9F3050448A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82D6D79-9D7A-E47C-B8C2-18EA2EC7D69E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6263253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3 — </a:t>
                </a:r>
                <a:r>
                  <a:rPr lang="en-US" sz="30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Détection</a:t>
                </a:r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comportementale</a:t>
                </a:r>
                <a:endParaRPr lang="en-US" sz="3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4B514D6-A587-BBF9-9C76-B6BE9A6A33E8}"/>
              </a:ext>
            </a:extLst>
          </p:cNvPr>
          <p:cNvGrpSpPr/>
          <p:nvPr/>
        </p:nvGrpSpPr>
        <p:grpSpPr>
          <a:xfrm>
            <a:off x="914400" y="5059678"/>
            <a:ext cx="13030200" cy="3810000"/>
            <a:chOff x="1219200" y="1333500"/>
            <a:chExt cx="13030200" cy="381000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11AA2F7D-35B9-3F5A-60EC-1019D8BEE948}"/>
                </a:ext>
              </a:extLst>
            </p:cNvPr>
            <p:cNvSpPr/>
            <p:nvPr/>
          </p:nvSpPr>
          <p:spPr>
            <a:xfrm>
              <a:off x="1219200" y="1333500"/>
              <a:ext cx="13030200" cy="9144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Release 2 – Prévention &amp; Réponse</a:t>
              </a:r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5721B7C-A8E0-C1E4-529E-71D2360020A7}"/>
                </a:ext>
              </a:extLst>
            </p:cNvPr>
            <p:cNvGrpSpPr/>
            <p:nvPr/>
          </p:nvGrpSpPr>
          <p:grpSpPr>
            <a:xfrm>
              <a:off x="1447800" y="2644139"/>
              <a:ext cx="8194432" cy="685800"/>
              <a:chOff x="1447800" y="3086100"/>
              <a:chExt cx="8194432" cy="6858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6927DFE-D8DD-B443-69EA-B425EF01BD24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E011461-AB84-4AB0-9E7F-4FF3B75A6589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7203832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4 — Anticipation par le renseignement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F7DA9E7-242B-32B2-A2E7-95D881792670}"/>
                </a:ext>
              </a:extLst>
            </p:cNvPr>
            <p:cNvGrpSpPr/>
            <p:nvPr/>
          </p:nvGrpSpPr>
          <p:grpSpPr>
            <a:xfrm>
              <a:off x="1447800" y="3573779"/>
              <a:ext cx="7378887" cy="685800"/>
              <a:chOff x="1447800" y="3086100"/>
              <a:chExt cx="7378887" cy="6858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EA0A953E-C872-89C9-880C-CB021FEF0045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0CCC03A-2D4F-D83F-DFBE-7A3788D19009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638828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5 — Mitigation du </a:t>
                </a:r>
                <a:r>
                  <a:rPr lang="en-US" sz="30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risque</a:t>
                </a:r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humain</a:t>
                </a:r>
                <a:endParaRPr lang="en-US" sz="3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51B5371-62FF-CBC1-EA8F-CAE32D6EF92F}"/>
                </a:ext>
              </a:extLst>
            </p:cNvPr>
            <p:cNvGrpSpPr/>
            <p:nvPr/>
          </p:nvGrpSpPr>
          <p:grpSpPr>
            <a:xfrm>
              <a:off x="1447800" y="4457700"/>
              <a:ext cx="8465723" cy="685800"/>
              <a:chOff x="1447800" y="3086100"/>
              <a:chExt cx="8465723" cy="6858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AC58A63-3792-9131-1C88-BA790A4896F3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500BD1C-949E-90BF-0919-D39DDD93E9A3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7475123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6 — Orchestration SOAR &amp; supervision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866031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C8BB0-1A82-381C-DD0E-A5A152CCB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62E7C759-6EE8-F811-25C6-A80DD014F9F4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324FC5E-7EBF-1868-21BD-2364043BC61E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B689AD82-4784-500D-9212-A3CB637E4BCC}"/>
              </a:ext>
            </a:extLst>
          </p:cNvPr>
          <p:cNvSpPr txBox="1"/>
          <p:nvPr/>
        </p:nvSpPr>
        <p:spPr>
          <a:xfrm rot="16200000">
            <a:off x="-2747240" y="5018901"/>
            <a:ext cx="7162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9B7DD9-B130-F71B-3985-05E0745EC064}"/>
              </a:ext>
            </a:extLst>
          </p:cNvPr>
          <p:cNvSpPr txBox="1"/>
          <p:nvPr/>
        </p:nvSpPr>
        <p:spPr>
          <a:xfrm rot="16200000">
            <a:off x="-1070071" y="6103406"/>
            <a:ext cx="507222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B191F6-A091-AFBF-656E-96B2C572C720}"/>
              </a:ext>
            </a:extLst>
          </p:cNvPr>
          <p:cNvSpPr txBox="1"/>
          <p:nvPr/>
        </p:nvSpPr>
        <p:spPr>
          <a:xfrm rot="16200000">
            <a:off x="-1149993" y="5522744"/>
            <a:ext cx="6263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BCA90D-C978-D06D-19B9-3AEBB2DA0849}"/>
              </a:ext>
            </a:extLst>
          </p:cNvPr>
          <p:cNvGrpSpPr/>
          <p:nvPr/>
        </p:nvGrpSpPr>
        <p:grpSpPr>
          <a:xfrm>
            <a:off x="12877800" y="2755093"/>
            <a:ext cx="4708145" cy="4776812"/>
            <a:chOff x="12259435" y="1074345"/>
            <a:chExt cx="6599432" cy="3867240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4764E323-128F-C594-B226-80387CF3EA60}"/>
                </a:ext>
              </a:extLst>
            </p:cNvPr>
            <p:cNvSpPr/>
            <p:nvPr/>
          </p:nvSpPr>
          <p:spPr>
            <a:xfrm>
              <a:off x="12259435" y="1074345"/>
              <a:ext cx="6599432" cy="386724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9565C67-D089-E949-59BA-59CBB139EF6D}"/>
                </a:ext>
              </a:extLst>
            </p:cNvPr>
            <p:cNvSpPr txBox="1"/>
            <p:nvPr/>
          </p:nvSpPr>
          <p:spPr>
            <a:xfrm>
              <a:off x="12512007" y="1326057"/>
              <a:ext cx="6094287" cy="3363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4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Agent CTI (Dual-RAG): automatise la veille OSINT en triant chaque article via un LLM local (</a:t>
              </a:r>
              <a:r>
                <a:rPr kumimoji="0" lang="fr-FR" sz="240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Ollama</a:t>
              </a:r>
              <a:r>
                <a:rPr kumimoji="0" lang="fr-FR" sz="24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), confronté à deux bases de référence — l’historique des menaces déjà traitées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4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et ~ 49 000 règles </a:t>
              </a:r>
              <a:r>
                <a:rPr kumimoji="0" lang="fr-FR" sz="240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Suricata</a:t>
              </a:r>
              <a:r>
                <a:rPr kumimoji="0" lang="fr-FR" sz="24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existantes — avant de proposer soit une règle de détection candidate, soit un contenu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4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de sensibilisation.</a:t>
              </a:r>
              <a:endParaRPr kumimoji="0" lang="en-US" sz="24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4A02E41-9602-E519-828B-CE681097E835}"/>
              </a:ext>
            </a:extLst>
          </p:cNvPr>
          <p:cNvSpPr txBox="1"/>
          <p:nvPr/>
        </p:nvSpPr>
        <p:spPr>
          <a:xfrm>
            <a:off x="4148250" y="1160502"/>
            <a:ext cx="817204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du Sprint 4 — Agent CTI (Dual-RAG)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EF118BA-B931-ED67-F392-5831181D15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2" t="10138" r="2572" b="1994"/>
          <a:stretch>
            <a:fillRect/>
          </a:stretch>
        </p:blipFill>
        <p:spPr>
          <a:xfrm>
            <a:off x="3520300" y="1790700"/>
            <a:ext cx="8799995" cy="6705600"/>
          </a:xfrm>
          <a:prstGeom prst="rect">
            <a:avLst/>
          </a:prstGeom>
        </p:spPr>
      </p:pic>
      <p:grpSp>
        <p:nvGrpSpPr>
          <p:cNvPr id="2" name="Group 13">
            <a:extLst>
              <a:ext uri="{FF2B5EF4-FFF2-40B4-BE49-F238E27FC236}">
                <a16:creationId xmlns:a16="http://schemas.microsoft.com/office/drawing/2014/main" id="{DD59A256-FD4E-A511-6BF5-A12B89AA42D8}"/>
              </a:ext>
            </a:extLst>
          </p:cNvPr>
          <p:cNvGrpSpPr/>
          <p:nvPr/>
        </p:nvGrpSpPr>
        <p:grpSpPr>
          <a:xfrm rot="16200000">
            <a:off x="-10029525" y="5059679"/>
            <a:ext cx="13030200" cy="3810000"/>
            <a:chOff x="1219200" y="1333500"/>
            <a:chExt cx="13030200" cy="3810000"/>
          </a:xfrm>
        </p:grpSpPr>
        <p:sp>
          <p:nvSpPr>
            <p:cNvPr id="4" name="Rectangle: Rounded Corners 14">
              <a:extLst>
                <a:ext uri="{FF2B5EF4-FFF2-40B4-BE49-F238E27FC236}">
                  <a16:creationId xmlns:a16="http://schemas.microsoft.com/office/drawing/2014/main" id="{346186FF-E57C-5CAD-A789-C656FA1CD86E}"/>
                </a:ext>
              </a:extLst>
            </p:cNvPr>
            <p:cNvSpPr/>
            <p:nvPr/>
          </p:nvSpPr>
          <p:spPr>
            <a:xfrm>
              <a:off x="1219200" y="1333500"/>
              <a:ext cx="13030200" cy="9144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Release 2 – Prévention &amp; Réponse</a:t>
              </a:r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" name="Group 15">
              <a:extLst>
                <a:ext uri="{FF2B5EF4-FFF2-40B4-BE49-F238E27FC236}">
                  <a16:creationId xmlns:a16="http://schemas.microsoft.com/office/drawing/2014/main" id="{88DD0024-ED39-1F58-7103-035DFB09C8FD}"/>
                </a:ext>
              </a:extLst>
            </p:cNvPr>
            <p:cNvGrpSpPr/>
            <p:nvPr/>
          </p:nvGrpSpPr>
          <p:grpSpPr>
            <a:xfrm>
              <a:off x="1447800" y="2644139"/>
              <a:ext cx="8194432" cy="685800"/>
              <a:chOff x="1447800" y="3086100"/>
              <a:chExt cx="8194432" cy="685800"/>
            </a:xfrm>
          </p:grpSpPr>
          <p:sp>
            <p:nvSpPr>
              <p:cNvPr id="19" name="Oval 22">
                <a:extLst>
                  <a:ext uri="{FF2B5EF4-FFF2-40B4-BE49-F238E27FC236}">
                    <a16:creationId xmlns:a16="http://schemas.microsoft.com/office/drawing/2014/main" id="{B48F2DE5-E374-5D01-0181-938879A17393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TextBox 23">
                <a:extLst>
                  <a:ext uri="{FF2B5EF4-FFF2-40B4-BE49-F238E27FC236}">
                    <a16:creationId xmlns:a16="http://schemas.microsoft.com/office/drawing/2014/main" id="{DB4BCCC7-6F1B-45A1-51EE-2F40093C9CC6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7203832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4 — Anticipation par le renseignement</a:t>
                </a:r>
              </a:p>
            </p:txBody>
          </p:sp>
        </p:grpSp>
        <p:grpSp>
          <p:nvGrpSpPr>
            <p:cNvPr id="7" name="Group 16">
              <a:extLst>
                <a:ext uri="{FF2B5EF4-FFF2-40B4-BE49-F238E27FC236}">
                  <a16:creationId xmlns:a16="http://schemas.microsoft.com/office/drawing/2014/main" id="{B12558CA-7DE0-E233-F3BD-C2F00E346492}"/>
                </a:ext>
              </a:extLst>
            </p:cNvPr>
            <p:cNvGrpSpPr/>
            <p:nvPr/>
          </p:nvGrpSpPr>
          <p:grpSpPr>
            <a:xfrm>
              <a:off x="1447800" y="3573779"/>
              <a:ext cx="7378887" cy="685800"/>
              <a:chOff x="1447800" y="3086100"/>
              <a:chExt cx="7378887" cy="685800"/>
            </a:xfrm>
          </p:grpSpPr>
          <p:sp>
            <p:nvSpPr>
              <p:cNvPr id="17" name="Oval 20">
                <a:extLst>
                  <a:ext uri="{FF2B5EF4-FFF2-40B4-BE49-F238E27FC236}">
                    <a16:creationId xmlns:a16="http://schemas.microsoft.com/office/drawing/2014/main" id="{F4536AD9-BFEC-E5EB-4601-A2E16D12D908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18" name="TextBox 21">
                <a:extLst>
                  <a:ext uri="{FF2B5EF4-FFF2-40B4-BE49-F238E27FC236}">
                    <a16:creationId xmlns:a16="http://schemas.microsoft.com/office/drawing/2014/main" id="{C1438378-424E-8072-9D25-0B1C7E625F7C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638828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5 — Mitigation du </a:t>
                </a:r>
                <a:r>
                  <a:rPr lang="en-US" sz="30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risque</a:t>
                </a:r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humain</a:t>
                </a:r>
                <a:endParaRPr lang="en-US" sz="3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E9F32847-B9C7-3A1A-9D9C-2446C0C5DE7D}"/>
                </a:ext>
              </a:extLst>
            </p:cNvPr>
            <p:cNvGrpSpPr/>
            <p:nvPr/>
          </p:nvGrpSpPr>
          <p:grpSpPr>
            <a:xfrm>
              <a:off x="1447800" y="4457700"/>
              <a:ext cx="8465723" cy="685800"/>
              <a:chOff x="1447800" y="3086100"/>
              <a:chExt cx="8465723" cy="685800"/>
            </a:xfrm>
          </p:grpSpPr>
          <p:sp>
            <p:nvSpPr>
              <p:cNvPr id="15" name="Oval 18">
                <a:extLst>
                  <a:ext uri="{FF2B5EF4-FFF2-40B4-BE49-F238E27FC236}">
                    <a16:creationId xmlns:a16="http://schemas.microsoft.com/office/drawing/2014/main" id="{CE9AE4D1-0CE8-8973-4F50-AA9AD30D3144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TextBox 19">
                <a:extLst>
                  <a:ext uri="{FF2B5EF4-FFF2-40B4-BE49-F238E27FC236}">
                    <a16:creationId xmlns:a16="http://schemas.microsoft.com/office/drawing/2014/main" id="{142230BF-F6E4-57B5-BFA8-22CD76712C1C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7475123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6 — Orchestration SOAR &amp; supervision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355851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0CCF8-2E2D-D8FB-A163-05483FAC1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5D3C4967-BB23-C328-9A73-061D396FA5A3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4822D24-380E-87DB-095F-67628559D016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8B38EE2C-87BE-997B-A00A-C63D65C707DB}"/>
              </a:ext>
            </a:extLst>
          </p:cNvPr>
          <p:cNvSpPr txBox="1"/>
          <p:nvPr/>
        </p:nvSpPr>
        <p:spPr>
          <a:xfrm rot="16200000">
            <a:off x="-2747240" y="5018901"/>
            <a:ext cx="7162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2F1D71-B30C-B523-B148-36A81BBAF36E}"/>
              </a:ext>
            </a:extLst>
          </p:cNvPr>
          <p:cNvSpPr txBox="1"/>
          <p:nvPr/>
        </p:nvSpPr>
        <p:spPr>
          <a:xfrm rot="16200000">
            <a:off x="-1070071" y="6103406"/>
            <a:ext cx="507222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64156B-7F6A-2FAD-E578-6ADE5D6DB10A}"/>
              </a:ext>
            </a:extLst>
          </p:cNvPr>
          <p:cNvSpPr txBox="1"/>
          <p:nvPr/>
        </p:nvSpPr>
        <p:spPr>
          <a:xfrm rot="16200000">
            <a:off x="-1149993" y="5522744"/>
            <a:ext cx="6263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7F0EF6-CC1C-AC52-422D-2C5905A0013E}"/>
              </a:ext>
            </a:extLst>
          </p:cNvPr>
          <p:cNvSpPr txBox="1"/>
          <p:nvPr/>
        </p:nvSpPr>
        <p:spPr>
          <a:xfrm>
            <a:off x="8826104" y="800100"/>
            <a:ext cx="398859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Le triage Dual-RAG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E6F05D-96EF-1BB8-8CF3-11C4E6260906}"/>
              </a:ext>
            </a:extLst>
          </p:cNvPr>
          <p:cNvSpPr txBox="1"/>
          <p:nvPr/>
        </p:nvSpPr>
        <p:spPr>
          <a:xfrm>
            <a:off x="5638800" y="1562100"/>
            <a:ext cx="10363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Chaque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article OSINT 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est classé en une seule passe par le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LLM local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confronté aux deux bases de référence du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Dual-RAG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aboutissant à l’une de quatre issues possibles.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56C591-6767-3F7A-CB9D-A0B355C16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4" t="7143" r="2444" b="7143"/>
          <a:stretch>
            <a:fillRect/>
          </a:stretch>
        </p:blipFill>
        <p:spPr>
          <a:xfrm>
            <a:off x="5219700" y="3314699"/>
            <a:ext cx="11201400" cy="36576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4C8E0CD-2460-4558-D793-AEBB034E0899}"/>
              </a:ext>
            </a:extLst>
          </p:cNvPr>
          <p:cNvGrpSpPr/>
          <p:nvPr/>
        </p:nvGrpSpPr>
        <p:grpSpPr>
          <a:xfrm>
            <a:off x="5638800" y="8017012"/>
            <a:ext cx="10363200" cy="1622288"/>
            <a:chOff x="790380" y="625140"/>
            <a:chExt cx="8785102" cy="162228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447D8BF-F66C-7094-A15C-A4EF1C66AE53}"/>
                </a:ext>
              </a:extLst>
            </p:cNvPr>
            <p:cNvSpPr/>
            <p:nvPr/>
          </p:nvSpPr>
          <p:spPr>
            <a:xfrm>
              <a:off x="790380" y="625140"/>
              <a:ext cx="8785102" cy="1622288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4CADAFD-AA19-8CFA-6C22-24162F26F783}"/>
                </a:ext>
              </a:extLst>
            </p:cNvPr>
            <p:cNvSpPr txBox="1"/>
            <p:nvPr/>
          </p:nvSpPr>
          <p:spPr>
            <a:xfrm>
              <a:off x="917032" y="883164"/>
              <a:ext cx="853179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20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La déduplication en amont évite tout appel inutile au LLM sur du contenu déjà traité, tandis que la distinction technique/sensibilisation permet d’orienter chaque menace vers l’action adaptée — génération de règle ou formation des utilisateurs.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509567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A9FD9-91EE-27EC-B6B2-39D0EE3BA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2D7C29C0-545A-7CAE-0616-3E66566CEAE4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A72EE63-C83B-C219-C21E-1A23B16D5FB5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153C78B6-0FAB-D9E0-B73F-17BA5C8F8ED3}"/>
              </a:ext>
            </a:extLst>
          </p:cNvPr>
          <p:cNvSpPr txBox="1"/>
          <p:nvPr/>
        </p:nvSpPr>
        <p:spPr>
          <a:xfrm rot="16200000">
            <a:off x="-2747240" y="5018901"/>
            <a:ext cx="7162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8641BA-1CC0-336D-D0B3-07D4B5E96859}"/>
              </a:ext>
            </a:extLst>
          </p:cNvPr>
          <p:cNvSpPr txBox="1"/>
          <p:nvPr/>
        </p:nvSpPr>
        <p:spPr>
          <a:xfrm rot="16200000">
            <a:off x="-1070071" y="6103406"/>
            <a:ext cx="507222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FC6D26-E26E-54BD-25E9-587766DB9BBD}"/>
              </a:ext>
            </a:extLst>
          </p:cNvPr>
          <p:cNvSpPr txBox="1"/>
          <p:nvPr/>
        </p:nvSpPr>
        <p:spPr>
          <a:xfrm rot="16200000">
            <a:off x="-1149993" y="5522744"/>
            <a:ext cx="6263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12847-7E22-FBC4-3E63-9171AF89C212}"/>
              </a:ext>
            </a:extLst>
          </p:cNvPr>
          <p:cNvSpPr txBox="1"/>
          <p:nvPr/>
        </p:nvSpPr>
        <p:spPr>
          <a:xfrm>
            <a:off x="8187303" y="746760"/>
            <a:ext cx="526618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De l’article à la règle active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9C0516-3C34-B68A-9666-01F54169E199}"/>
              </a:ext>
            </a:extLst>
          </p:cNvPr>
          <p:cNvSpPr txBox="1"/>
          <p:nvPr/>
        </p:nvSpPr>
        <p:spPr>
          <a:xfrm>
            <a:off x="5638800" y="1562100"/>
            <a:ext cx="10363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Une fois classée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TECHNICAL_THREAT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la menace suit un cycle de validation avant toute action sur l’infrastructure — aucune règle n’est injectée sans passer par un test syntaxique à blanc.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D250EC-2938-13EC-9A0D-4CD65E950A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9" t="5956" r="5649" b="5956"/>
          <a:stretch>
            <a:fillRect/>
          </a:stretch>
        </p:blipFill>
        <p:spPr>
          <a:xfrm>
            <a:off x="4868810" y="3162300"/>
            <a:ext cx="5181600" cy="599974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A3096CC3-8F3B-C8B5-1129-694C9E1676DE}"/>
              </a:ext>
            </a:extLst>
          </p:cNvPr>
          <p:cNvGrpSpPr/>
          <p:nvPr/>
        </p:nvGrpSpPr>
        <p:grpSpPr>
          <a:xfrm>
            <a:off x="11734800" y="3216414"/>
            <a:ext cx="4504550" cy="707886"/>
            <a:chOff x="9913989" y="1036320"/>
            <a:chExt cx="7467600" cy="3649980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5318F262-EDB2-4C56-0203-A6219AE79E14}"/>
                </a:ext>
              </a:extLst>
            </p:cNvPr>
            <p:cNvSpPr/>
            <p:nvPr/>
          </p:nvSpPr>
          <p:spPr>
            <a:xfrm>
              <a:off x="9913989" y="1036320"/>
              <a:ext cx="7467600" cy="364998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1CDB58B-600E-A4A7-67B1-014EEB25FBCF}"/>
                </a:ext>
              </a:extLst>
            </p:cNvPr>
            <p:cNvSpPr txBox="1"/>
            <p:nvPr/>
          </p:nvSpPr>
          <p:spPr>
            <a:xfrm>
              <a:off x="10271175" y="1591748"/>
              <a:ext cx="6753228" cy="25391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Génération &amp; Persistance</a:t>
              </a:r>
              <a:endParaRPr kumimoji="0" lang="en-US" sz="2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D62A3F-17D7-169D-A70F-A839BD95C677}"/>
                </a:ext>
              </a:extLst>
            </p:cNvPr>
            <p:cNvSpPr txBox="1"/>
            <p:nvPr/>
          </p:nvSpPr>
          <p:spPr>
            <a:xfrm>
              <a:off x="10066390" y="2093535"/>
              <a:ext cx="70499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E9793A7-28BB-2CC6-AF0E-8C3CA13D1AC2}"/>
                </a:ext>
              </a:extLst>
            </p:cNvPr>
            <p:cNvSpPr txBox="1"/>
            <p:nvPr/>
          </p:nvSpPr>
          <p:spPr>
            <a:xfrm>
              <a:off x="10066390" y="2532607"/>
              <a:ext cx="1847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BAC4C98-3D25-14DB-7361-97409D5508C0}"/>
                </a:ext>
              </a:extLst>
            </p:cNvPr>
            <p:cNvSpPr txBox="1"/>
            <p:nvPr/>
          </p:nvSpPr>
          <p:spPr>
            <a:xfrm>
              <a:off x="10066389" y="3350805"/>
              <a:ext cx="1847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194AD46-5D5A-2F4C-BD19-EEDDA040372B}"/>
                </a:ext>
              </a:extLst>
            </p:cNvPr>
            <p:cNvSpPr txBox="1"/>
            <p:nvPr/>
          </p:nvSpPr>
          <p:spPr>
            <a:xfrm>
              <a:off x="10066389" y="3989962"/>
              <a:ext cx="1847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287834E-89BC-99CB-7614-FA65D6F42C35}"/>
              </a:ext>
            </a:extLst>
          </p:cNvPr>
          <p:cNvGrpSpPr/>
          <p:nvPr/>
        </p:nvGrpSpPr>
        <p:grpSpPr>
          <a:xfrm>
            <a:off x="11700772" y="5421149"/>
            <a:ext cx="4504550" cy="1246351"/>
            <a:chOff x="9913989" y="1036320"/>
            <a:chExt cx="7467600" cy="3649980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9F01E926-BFDB-7021-BCEE-13CD2006101E}"/>
                </a:ext>
              </a:extLst>
            </p:cNvPr>
            <p:cNvSpPr/>
            <p:nvPr/>
          </p:nvSpPr>
          <p:spPr>
            <a:xfrm>
              <a:off x="9913989" y="1036320"/>
              <a:ext cx="7467600" cy="364998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63341E9-F19C-8EA7-562A-E3AFE502EABE}"/>
                </a:ext>
              </a:extLst>
            </p:cNvPr>
            <p:cNvSpPr txBox="1"/>
            <p:nvPr/>
          </p:nvSpPr>
          <p:spPr>
            <a:xfrm>
              <a:off x="10066390" y="2093535"/>
              <a:ext cx="70499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390A9A0-A3A6-CB7E-E4C6-5F1D9E4FA258}"/>
                </a:ext>
              </a:extLst>
            </p:cNvPr>
            <p:cNvSpPr txBox="1"/>
            <p:nvPr/>
          </p:nvSpPr>
          <p:spPr>
            <a:xfrm>
              <a:off x="10066390" y="2532607"/>
              <a:ext cx="1847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47C4E86-1BE2-741F-A33B-0AF59C7F84D0}"/>
                </a:ext>
              </a:extLst>
            </p:cNvPr>
            <p:cNvSpPr txBox="1"/>
            <p:nvPr/>
          </p:nvSpPr>
          <p:spPr>
            <a:xfrm>
              <a:off x="10066389" y="3350805"/>
              <a:ext cx="1847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662E056-7ED6-D924-8B9D-4AC75DA84085}"/>
                </a:ext>
              </a:extLst>
            </p:cNvPr>
            <p:cNvSpPr txBox="1"/>
            <p:nvPr/>
          </p:nvSpPr>
          <p:spPr>
            <a:xfrm>
              <a:off x="10066389" y="3989962"/>
              <a:ext cx="1847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A51A06B5-72ED-E7D2-C9ED-9EBB7EBEAA4B}"/>
              </a:ext>
            </a:extLst>
          </p:cNvPr>
          <p:cNvSpPr txBox="1"/>
          <p:nvPr/>
        </p:nvSpPr>
        <p:spPr>
          <a:xfrm>
            <a:off x="12826559" y="5531666"/>
            <a:ext cx="232103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Test à </a:t>
            </a:r>
            <a:r>
              <a:rPr kumimoji="0" lang="en-US" sz="26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blanc</a:t>
            </a: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&amp; </a:t>
            </a:r>
            <a:r>
              <a:rPr kumimoji="0" lang="en-US" sz="26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Déploiement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0" name="Right Brace 39">
            <a:extLst>
              <a:ext uri="{FF2B5EF4-FFF2-40B4-BE49-F238E27FC236}">
                <a16:creationId xmlns:a16="http://schemas.microsoft.com/office/drawing/2014/main" id="{7120BD63-1A62-5D74-2498-3F115403B609}"/>
              </a:ext>
            </a:extLst>
          </p:cNvPr>
          <p:cNvSpPr/>
          <p:nvPr/>
        </p:nvSpPr>
        <p:spPr>
          <a:xfrm>
            <a:off x="10210800" y="4686300"/>
            <a:ext cx="838200" cy="2895600"/>
          </a:xfrm>
          <a:prstGeom prst="rightBrace">
            <a:avLst>
              <a:gd name="adj1" fmla="val 8333"/>
              <a:gd name="adj2" fmla="val 508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ight Brace 41">
            <a:extLst>
              <a:ext uri="{FF2B5EF4-FFF2-40B4-BE49-F238E27FC236}">
                <a16:creationId xmlns:a16="http://schemas.microsoft.com/office/drawing/2014/main" id="{CDD8C632-D6D5-EC40-893D-2B96D06C8947}"/>
              </a:ext>
            </a:extLst>
          </p:cNvPr>
          <p:cNvSpPr/>
          <p:nvPr/>
        </p:nvSpPr>
        <p:spPr>
          <a:xfrm>
            <a:off x="10173939" y="3250522"/>
            <a:ext cx="838200" cy="616327"/>
          </a:xfrm>
          <a:prstGeom prst="rightBrace">
            <a:avLst>
              <a:gd name="adj1" fmla="val 8333"/>
              <a:gd name="adj2" fmla="val 508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8716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D86D6-F110-A4F6-A677-94EEBA743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6174EBAA-9C9B-78E2-8823-2CE01BA1B214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E6E5AF0-5EDA-1718-D825-084D9C29C694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5FB44797-EAD2-DFB8-D8F4-7B716422C801}"/>
              </a:ext>
            </a:extLst>
          </p:cNvPr>
          <p:cNvSpPr txBox="1"/>
          <p:nvPr/>
        </p:nvSpPr>
        <p:spPr>
          <a:xfrm rot="16200000">
            <a:off x="-2747240" y="5134317"/>
            <a:ext cx="7162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670861-ACD6-301E-852D-5E7FB745A564}"/>
              </a:ext>
            </a:extLst>
          </p:cNvPr>
          <p:cNvSpPr txBox="1"/>
          <p:nvPr/>
        </p:nvSpPr>
        <p:spPr>
          <a:xfrm rot="16200000">
            <a:off x="-2123301" y="4980800"/>
            <a:ext cx="70866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E66A42-E547-4A41-16F6-98865A2053E9}"/>
              </a:ext>
            </a:extLst>
          </p:cNvPr>
          <p:cNvSpPr txBox="1"/>
          <p:nvPr/>
        </p:nvSpPr>
        <p:spPr>
          <a:xfrm rot="16200000">
            <a:off x="-1149993" y="5522744"/>
            <a:ext cx="6263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47FF31E-F644-2466-F2A2-18B8A38BC34D}"/>
              </a:ext>
            </a:extLst>
          </p:cNvPr>
          <p:cNvGrpSpPr/>
          <p:nvPr/>
        </p:nvGrpSpPr>
        <p:grpSpPr>
          <a:xfrm>
            <a:off x="10997805" y="2171700"/>
            <a:ext cx="5470145" cy="3810000"/>
            <a:chOff x="12471632" y="1074345"/>
            <a:chExt cx="6387235" cy="3867240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D18BBF1-2302-3A46-37FC-637F7D48CFE3}"/>
                </a:ext>
              </a:extLst>
            </p:cNvPr>
            <p:cNvSpPr/>
            <p:nvPr/>
          </p:nvSpPr>
          <p:spPr>
            <a:xfrm>
              <a:off x="12471632" y="1074345"/>
              <a:ext cx="6387235" cy="386724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B4F98C5-B949-B46B-777C-BBA5B7C8C804}"/>
                </a:ext>
              </a:extLst>
            </p:cNvPr>
            <p:cNvSpPr txBox="1"/>
            <p:nvPr/>
          </p:nvSpPr>
          <p:spPr>
            <a:xfrm>
              <a:off x="12723958" y="1430342"/>
              <a:ext cx="5882581" cy="31552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Un article AWARENESS déclenche, sur décision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de l’administrateur,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la génération d’un parcours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de formation personnalisée,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sa diffusion ciblée et le suivi de conformité des employés.</a:t>
              </a:r>
              <a:endParaRPr kumimoji="0" lang="en-US" sz="28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9AC0994-A64A-F9F7-EF76-63C1C9C724F2}"/>
              </a:ext>
            </a:extLst>
          </p:cNvPr>
          <p:cNvSpPr txBox="1"/>
          <p:nvPr/>
        </p:nvSpPr>
        <p:spPr>
          <a:xfrm>
            <a:off x="3830527" y="1160502"/>
            <a:ext cx="927587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du Sprint 5 - Mitigation du risque humain</a:t>
            </a:r>
            <a:endParaRPr lang="en-US" sz="3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AB6741-A7CD-9E85-462E-B4D42E7089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83" t="11308" r="22383" b="3101"/>
          <a:stretch>
            <a:fillRect/>
          </a:stretch>
        </p:blipFill>
        <p:spPr>
          <a:xfrm>
            <a:off x="5867400" y="2042401"/>
            <a:ext cx="4556760" cy="708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6506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77D4B-2A73-AE68-3513-8D4852FA6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5BDFE2C7-F357-7A38-C44B-A41CF2762D6E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1B9B992-5C99-1A5E-C578-93E158EFA16F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9F0CAB82-9EE5-4208-A321-7C98FB492C5C}"/>
              </a:ext>
            </a:extLst>
          </p:cNvPr>
          <p:cNvSpPr txBox="1"/>
          <p:nvPr/>
        </p:nvSpPr>
        <p:spPr>
          <a:xfrm rot="16200000">
            <a:off x="-2747240" y="5134317"/>
            <a:ext cx="7162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50EADB-71F3-1711-BE7A-F07BD8F86BE6}"/>
              </a:ext>
            </a:extLst>
          </p:cNvPr>
          <p:cNvSpPr txBox="1"/>
          <p:nvPr/>
        </p:nvSpPr>
        <p:spPr>
          <a:xfrm rot="16200000">
            <a:off x="-2123301" y="4980800"/>
            <a:ext cx="70866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628FA0-5789-03A1-6CF1-805665EA5660}"/>
              </a:ext>
            </a:extLst>
          </p:cNvPr>
          <p:cNvSpPr txBox="1"/>
          <p:nvPr/>
        </p:nvSpPr>
        <p:spPr>
          <a:xfrm rot="16200000">
            <a:off x="-1149993" y="5522744"/>
            <a:ext cx="6263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A19E5D-01D0-5D9E-7F0B-FF61C9CFA939}"/>
              </a:ext>
            </a:extLst>
          </p:cNvPr>
          <p:cNvSpPr txBox="1"/>
          <p:nvPr/>
        </p:nvSpPr>
        <p:spPr>
          <a:xfrm>
            <a:off x="7382596" y="740807"/>
            <a:ext cx="687560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La cascade de résilience multi-LLM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FB3F4E-9819-15C8-A2D7-560061B5B5BA}"/>
              </a:ext>
            </a:extLst>
          </p:cNvPr>
          <p:cNvSpPr txBox="1"/>
          <p:nvPr/>
        </p:nvSpPr>
        <p:spPr>
          <a:xfrm>
            <a:off x="5638800" y="1562100"/>
            <a:ext cx="10363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Si le fournisseur cloud primaire est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indisponible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le système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bascule automatiquement 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vers un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palier de secours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jusqu’au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modèle local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— garantissant </a:t>
            </a:r>
            <a:r>
              <a:rPr lang="fr-FR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la continuité 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du service pédagogique en toute circonstance.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D63D015-F633-8B96-C803-5CCF26F2C450}"/>
              </a:ext>
            </a:extLst>
          </p:cNvPr>
          <p:cNvGrpSpPr/>
          <p:nvPr/>
        </p:nvGrpSpPr>
        <p:grpSpPr>
          <a:xfrm>
            <a:off x="5638800" y="8474212"/>
            <a:ext cx="10363200" cy="1088888"/>
            <a:chOff x="790380" y="625140"/>
            <a:chExt cx="8785102" cy="1622288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308E6CC0-2DEB-8753-8C30-45B9A1F4CE21}"/>
                </a:ext>
              </a:extLst>
            </p:cNvPr>
            <p:cNvSpPr/>
            <p:nvPr/>
          </p:nvSpPr>
          <p:spPr>
            <a:xfrm>
              <a:off x="790380" y="625140"/>
              <a:ext cx="8785102" cy="1622288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B7BCE32-F4A5-5DD4-3F04-D5C5831AADC0}"/>
                </a:ext>
              </a:extLst>
            </p:cNvPr>
            <p:cNvSpPr txBox="1"/>
            <p:nvPr/>
          </p:nvSpPr>
          <p:spPr>
            <a:xfrm>
              <a:off x="917032" y="883164"/>
              <a:ext cx="853179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20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Le troisième palier, exécuté localement, ne dépend d’aucun accès réseau externe — une garantie de disponibilité même en cas de panne totale des deux fournisseurs cloud.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C4E7EB4C-55CD-11FB-D8E4-8327DF1FF7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8" t="6163" r="3778" b="6217"/>
          <a:stretch>
            <a:fillRect/>
          </a:stretch>
        </p:blipFill>
        <p:spPr>
          <a:xfrm>
            <a:off x="7277095" y="3061083"/>
            <a:ext cx="7086601" cy="492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1050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A2C44-904D-AC4C-5950-1DE7A2101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E4A45809-FAE5-488C-AE87-12AFECF08797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454F1B7-ED02-02EC-9EFD-6A81843CE339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C6446055-EE3C-8D57-5E3F-4497E07E58DB}"/>
              </a:ext>
            </a:extLst>
          </p:cNvPr>
          <p:cNvSpPr txBox="1"/>
          <p:nvPr/>
        </p:nvSpPr>
        <p:spPr>
          <a:xfrm rot="16200000">
            <a:off x="-2747240" y="5134317"/>
            <a:ext cx="7162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651E77-1E2E-BC77-ACF5-01CE1CE6FE2E}"/>
              </a:ext>
            </a:extLst>
          </p:cNvPr>
          <p:cNvSpPr txBox="1"/>
          <p:nvPr/>
        </p:nvSpPr>
        <p:spPr>
          <a:xfrm rot="16200000">
            <a:off x="-2123301" y="4980800"/>
            <a:ext cx="70866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3C55FC-4CA0-9EEC-D467-4D7380DE81FC}"/>
              </a:ext>
            </a:extLst>
          </p:cNvPr>
          <p:cNvSpPr txBox="1"/>
          <p:nvPr/>
        </p:nvSpPr>
        <p:spPr>
          <a:xfrm rot="16200000">
            <a:off x="-1149993" y="5522744"/>
            <a:ext cx="6263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ABF01AC-BD5D-E875-19FF-D5544A8D050B}"/>
              </a:ext>
            </a:extLst>
          </p:cNvPr>
          <p:cNvGrpSpPr/>
          <p:nvPr/>
        </p:nvGrpSpPr>
        <p:grpSpPr>
          <a:xfrm>
            <a:off x="10967325" y="2781299"/>
            <a:ext cx="5470145" cy="4450978"/>
            <a:chOff x="12471632" y="1074345"/>
            <a:chExt cx="6387235" cy="3867240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AA31330-CAAA-C459-0AD3-1E4479ED6B09}"/>
                </a:ext>
              </a:extLst>
            </p:cNvPr>
            <p:cNvSpPr/>
            <p:nvPr/>
          </p:nvSpPr>
          <p:spPr>
            <a:xfrm>
              <a:off x="12471632" y="1074345"/>
              <a:ext cx="6387235" cy="386724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08CC815-9719-784F-2A6E-A17A0B5E13B6}"/>
                </a:ext>
              </a:extLst>
            </p:cNvPr>
            <p:cNvSpPr txBox="1"/>
            <p:nvPr/>
          </p:nvSpPr>
          <p:spPr>
            <a:xfrm>
              <a:off x="12723958" y="1430342"/>
              <a:ext cx="5882581" cy="32089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6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Toute tentative de connexion avec un identifiant inconnu est rejetée,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6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et un employé non ciblé par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6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la campagne — même avec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6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un identifiant valide par ailleurs ne peut pas accéder au module,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seul le périmètre de diffusion choisi par l’administrateur est autorisé à le déverrouiller</a:t>
              </a:r>
              <a:r>
                <a:rPr kumimoji="0" lang="fr-FR" sz="26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.</a:t>
              </a:r>
              <a:endParaRPr kumimoji="0" lang="en-US" sz="26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ED9ED7D-5DA1-C1EF-198E-CC4B8AD73883}"/>
              </a:ext>
            </a:extLst>
          </p:cNvPr>
          <p:cNvSpPr txBox="1"/>
          <p:nvPr/>
        </p:nvSpPr>
        <p:spPr>
          <a:xfrm>
            <a:off x="4333273" y="1257300"/>
            <a:ext cx="533671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Diffusion et suivi de conformité</a:t>
            </a:r>
            <a:endParaRPr lang="en-US" sz="3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1FF0D1-EA2F-B120-8A67-C594025D79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2" t="4791" r="6773" b="5068"/>
          <a:stretch>
            <a:fillRect/>
          </a:stretch>
        </p:blipFill>
        <p:spPr>
          <a:xfrm>
            <a:off x="4590035" y="1981199"/>
            <a:ext cx="4823192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4602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ED205-2714-4468-6896-FC2213F53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28C306F-1A2C-E28D-114C-055554E25035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8CCFDA2-D491-2FBE-B1CD-4EDE55F8F6B7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6B984535-D2FB-764C-1998-6AE221058986}"/>
              </a:ext>
            </a:extLst>
          </p:cNvPr>
          <p:cNvSpPr txBox="1"/>
          <p:nvPr/>
        </p:nvSpPr>
        <p:spPr>
          <a:xfrm rot="16200000">
            <a:off x="-2747240" y="5210517"/>
            <a:ext cx="7162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40762C-F1FB-7481-ADDF-23E0BE9E3A01}"/>
              </a:ext>
            </a:extLst>
          </p:cNvPr>
          <p:cNvSpPr txBox="1"/>
          <p:nvPr/>
        </p:nvSpPr>
        <p:spPr>
          <a:xfrm rot="16200000">
            <a:off x="-2123301" y="5248617"/>
            <a:ext cx="70866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60F4B9-A4EC-FA43-2F09-590DCDA65E4D}"/>
              </a:ext>
            </a:extLst>
          </p:cNvPr>
          <p:cNvSpPr txBox="1"/>
          <p:nvPr/>
        </p:nvSpPr>
        <p:spPr>
          <a:xfrm rot="16200000">
            <a:off x="-1846092" y="4848775"/>
            <a:ext cx="76554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54C03C-C288-288F-94F9-515FD7E28368}"/>
              </a:ext>
            </a:extLst>
          </p:cNvPr>
          <p:cNvSpPr txBox="1"/>
          <p:nvPr/>
        </p:nvSpPr>
        <p:spPr>
          <a:xfrm>
            <a:off x="5870472" y="682495"/>
            <a:ext cx="934621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du Sprint 6 — Orchestration SOAR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BC1BDB-0BDB-E120-398E-3AC00F283424}"/>
              </a:ext>
            </a:extLst>
          </p:cNvPr>
          <p:cNvSpPr txBox="1"/>
          <p:nvPr/>
        </p:nvSpPr>
        <p:spPr>
          <a:xfrm>
            <a:off x="4800600" y="1790699"/>
            <a:ext cx="114859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Le sprint distingue deux moteurs de remédiation : </a:t>
            </a:r>
            <a:r>
              <a:rPr lang="fr-FR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soar.py 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corrèle et décide en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autonomie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complète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tandis que </a:t>
            </a:r>
            <a:r>
              <a:rPr lang="fr-FR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agent_soar.py 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n’exécute que sur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ordre explicite 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— qu’il vienne d’un administrateur ou du mode auto-pilote.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4D79820-82AC-977E-1544-DA46743AE2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4" t="13312" r="2944" b="4141"/>
          <a:stretch>
            <a:fillRect/>
          </a:stretch>
        </p:blipFill>
        <p:spPr>
          <a:xfrm>
            <a:off x="6504979" y="2991236"/>
            <a:ext cx="8451022" cy="619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2707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A409E-8B96-28CC-4C3C-E5F79E0FF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ABED34FF-A840-23A8-9078-AFFA5C4ED8B4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58E0DB8-59DC-A4DB-1F98-7346CBEDCB87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F148829A-90CE-E31C-1067-379DFF2B864C}"/>
              </a:ext>
            </a:extLst>
          </p:cNvPr>
          <p:cNvSpPr txBox="1"/>
          <p:nvPr/>
        </p:nvSpPr>
        <p:spPr>
          <a:xfrm rot="16200000">
            <a:off x="-2747240" y="5210517"/>
            <a:ext cx="7162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3CF49C-0D5F-FD56-5387-12FB9C8F9E17}"/>
              </a:ext>
            </a:extLst>
          </p:cNvPr>
          <p:cNvSpPr txBox="1"/>
          <p:nvPr/>
        </p:nvSpPr>
        <p:spPr>
          <a:xfrm rot="16200000">
            <a:off x="-2123301" y="5248617"/>
            <a:ext cx="70866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C6A9B6-B35F-3AB6-A79D-8E406272C69F}"/>
              </a:ext>
            </a:extLst>
          </p:cNvPr>
          <p:cNvSpPr txBox="1"/>
          <p:nvPr/>
        </p:nvSpPr>
        <p:spPr>
          <a:xfrm rot="16200000">
            <a:off x="-1846092" y="4848775"/>
            <a:ext cx="76554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997500-2C68-34B7-548A-D729A2575844}"/>
              </a:ext>
            </a:extLst>
          </p:cNvPr>
          <p:cNvSpPr txBox="1"/>
          <p:nvPr/>
        </p:nvSpPr>
        <p:spPr>
          <a:xfrm>
            <a:off x="7596458" y="685143"/>
            <a:ext cx="626806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La logique de décision autonome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8907D-2338-A519-2847-4A8A2AD161A9}"/>
              </a:ext>
            </a:extLst>
          </p:cNvPr>
          <p:cNvSpPr txBox="1"/>
          <p:nvPr/>
        </p:nvSpPr>
        <p:spPr>
          <a:xfrm>
            <a:off x="4800600" y="1765637"/>
            <a:ext cx="11485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Avant toute action, chaque alerte est confrontée à la politique </a:t>
            </a:r>
            <a:r>
              <a:rPr lang="fr-FR" sz="20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Zero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Trust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puis à une fenêtre de corrélation de 30 secondes entre les deux sources de détection — c’est cette corrélation, et non une alerte isolée, qui déclenche un blocage autonome.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DF99068-2BC9-CF72-C65E-C845BAA315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7" t="5863" r="3141" b="6127"/>
          <a:stretch>
            <a:fillRect/>
          </a:stretch>
        </p:blipFill>
        <p:spPr>
          <a:xfrm>
            <a:off x="5181600" y="3246241"/>
            <a:ext cx="10744200" cy="4792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0443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185D4-8A23-7403-CC0D-81461CB45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B9C86710-F3CF-896E-86CC-A27098D9E296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4FE3585-BA48-FCFA-E1EA-C273DFF2564F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4DD93EBC-0B0F-3976-9F79-3BCDEDF9FF57}"/>
              </a:ext>
            </a:extLst>
          </p:cNvPr>
          <p:cNvSpPr txBox="1"/>
          <p:nvPr/>
        </p:nvSpPr>
        <p:spPr>
          <a:xfrm rot="16200000">
            <a:off x="-2747240" y="5210517"/>
            <a:ext cx="7162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CD96A9-510F-5ECF-C264-BBC64DDA76A6}"/>
              </a:ext>
            </a:extLst>
          </p:cNvPr>
          <p:cNvSpPr txBox="1"/>
          <p:nvPr/>
        </p:nvSpPr>
        <p:spPr>
          <a:xfrm rot="16200000">
            <a:off x="-2123301" y="5248617"/>
            <a:ext cx="70866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81646B-2407-7793-302E-9C014361F678}"/>
              </a:ext>
            </a:extLst>
          </p:cNvPr>
          <p:cNvSpPr txBox="1"/>
          <p:nvPr/>
        </p:nvSpPr>
        <p:spPr>
          <a:xfrm rot="16200000">
            <a:off x="-1846092" y="4848775"/>
            <a:ext cx="76554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A221A9-C130-4516-13FB-3A50B693F574}"/>
              </a:ext>
            </a:extLst>
          </p:cNvPr>
          <p:cNvSpPr txBox="1"/>
          <p:nvPr/>
        </p:nvSpPr>
        <p:spPr>
          <a:xfrm>
            <a:off x="7168735" y="682495"/>
            <a:ext cx="676993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Deux moteurs, deux responsabilités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7181C5-1B46-871D-36E4-5D749C2BF0AB}"/>
              </a:ext>
            </a:extLst>
          </p:cNvPr>
          <p:cNvSpPr txBox="1"/>
          <p:nvPr/>
        </p:nvSpPr>
        <p:spPr>
          <a:xfrm>
            <a:off x="4800600" y="1765637"/>
            <a:ext cx="11485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Le sprint sépare la corrélation et la décision autonome, hébergées sur VM-ML, de l’exécution — qui reste supervisée et confiée à VM-Response, qu’elle soit déclenchée par un administrateur ou par le mode auto-pilote.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5CD5B3-849A-0184-5DC3-2DDDE16158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233841"/>
              </p:ext>
            </p:extLst>
          </p:nvPr>
        </p:nvGraphicFramePr>
        <p:xfrm>
          <a:off x="4896408" y="3547260"/>
          <a:ext cx="11314584" cy="40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4899">
                  <a:extLst>
                    <a:ext uri="{9D8B030D-6E8A-4147-A177-3AD203B41FA5}">
                      <a16:colId xmlns:a16="http://schemas.microsoft.com/office/drawing/2014/main" val="67450470"/>
                    </a:ext>
                  </a:extLst>
                </a:gridCol>
                <a:gridCol w="4540479">
                  <a:extLst>
                    <a:ext uri="{9D8B030D-6E8A-4147-A177-3AD203B41FA5}">
                      <a16:colId xmlns:a16="http://schemas.microsoft.com/office/drawing/2014/main" val="582604162"/>
                    </a:ext>
                  </a:extLst>
                </a:gridCol>
                <a:gridCol w="3629206">
                  <a:extLst>
                    <a:ext uri="{9D8B030D-6E8A-4147-A177-3AD203B41FA5}">
                      <a16:colId xmlns:a16="http://schemas.microsoft.com/office/drawing/2014/main" val="279402377"/>
                    </a:ext>
                  </a:extLst>
                </a:gridCol>
              </a:tblGrid>
              <a:tr h="98664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Critère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soar.py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(VM-ML, autonome)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agent_soar.py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(VM-Response, Supervisé)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367517"/>
                  </a:ext>
                </a:extLst>
              </a:tr>
              <a:tr h="511581">
                <a:tc>
                  <a:txBody>
                    <a:bodyPr/>
                    <a:lstStyle/>
                    <a:p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Déclencheur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Consommation directe des topics Kafka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Évènement Socket.IO</a:t>
                      </a:r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execute_command</a:t>
                      </a:r>
                      <a:endParaRPr lang="fr-FR" sz="2200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956494"/>
                  </a:ext>
                </a:extLst>
              </a:tr>
              <a:tr h="511581">
                <a:tc>
                  <a:txBody>
                    <a:bodyPr/>
                    <a:lstStyle/>
                    <a:p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Décision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Corrélation, seuils de sévérité, logique de vote</a:t>
                      </a:r>
                      <a:endParaRPr lang="en-US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Aucune – exécution de l’ordre reçu</a:t>
                      </a:r>
                      <a:endParaRPr lang="en-US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146182"/>
                  </a:ext>
                </a:extLst>
              </a:tr>
              <a:tr h="511581">
                <a:tc>
                  <a:txBody>
                    <a:bodyPr/>
                    <a:lstStyle/>
                    <a:p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Origin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Entièrement autonome</a:t>
                      </a:r>
                      <a:endParaRPr lang="en-US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Administrateur ou mode auto-pilote</a:t>
                      </a:r>
                      <a:endParaRPr lang="en-US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614722"/>
                  </a:ext>
                </a:extLst>
              </a:tr>
              <a:tr h="511581">
                <a:tc>
                  <a:txBody>
                    <a:bodyPr/>
                    <a:lstStyle/>
                    <a:p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Action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Blocage SSH direct ou notification de l’agent IA</a:t>
                      </a:r>
                      <a:endParaRPr lang="en-US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Blocage SSH sur ordre, avec accusé </a:t>
                      </a:r>
                      <a:r>
                        <a:rPr lang="fr-FR" sz="22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command_result</a:t>
                      </a:r>
                      <a:endParaRPr lang="en-US" sz="2200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446450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245A702D-B869-473B-BD6D-ACE55291BD20}"/>
              </a:ext>
            </a:extLst>
          </p:cNvPr>
          <p:cNvGrpSpPr/>
          <p:nvPr/>
        </p:nvGrpSpPr>
        <p:grpSpPr>
          <a:xfrm>
            <a:off x="5361978" y="8347860"/>
            <a:ext cx="10363200" cy="1443559"/>
            <a:chOff x="790377" y="735597"/>
            <a:chExt cx="8785102" cy="1622288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40E8217-2C88-F783-ED2A-0C9E97AE7DEB}"/>
                </a:ext>
              </a:extLst>
            </p:cNvPr>
            <p:cNvSpPr/>
            <p:nvPr/>
          </p:nvSpPr>
          <p:spPr>
            <a:xfrm>
              <a:off x="790377" y="735597"/>
              <a:ext cx="8785102" cy="1622288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B036F86-E76B-B545-EB52-4DA338B65BC0}"/>
                </a:ext>
              </a:extLst>
            </p:cNvPr>
            <p:cNvSpPr txBox="1"/>
            <p:nvPr/>
          </p:nvSpPr>
          <p:spPr>
            <a:xfrm>
              <a:off x="917032" y="883164"/>
              <a:ext cx="8531792" cy="12451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20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Cette séparation garantit qu’un humain — ou une règle explicite du mode auto-pilote reste toujours le seul point d’origine d’une action sur l’infrastructure, même lorsque la détection elle-même est entièrement automatisée.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34013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8DF7C-6760-F0CC-D35E-CDE477DB1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FA3AB8F-5A9A-85B0-89CA-5F277C40BE41}"/>
              </a:ext>
            </a:extLst>
          </p:cNvPr>
          <p:cNvSpPr/>
          <p:nvPr/>
        </p:nvSpPr>
        <p:spPr>
          <a:xfrm>
            <a:off x="12994483" y="7949077"/>
            <a:ext cx="2904878" cy="1796393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0469B25-BA77-C9CD-6010-F73FD750947F}"/>
              </a:ext>
            </a:extLst>
          </p:cNvPr>
          <p:cNvSpPr/>
          <p:nvPr/>
        </p:nvSpPr>
        <p:spPr>
          <a:xfrm>
            <a:off x="5254142" y="7962900"/>
            <a:ext cx="2904878" cy="1796393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A9BBC3F-E0BA-9B42-5902-036F38ED2A5F}"/>
              </a:ext>
            </a:extLst>
          </p:cNvPr>
          <p:cNvSpPr/>
          <p:nvPr/>
        </p:nvSpPr>
        <p:spPr>
          <a:xfrm>
            <a:off x="9086961" y="7962900"/>
            <a:ext cx="2904878" cy="1796393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47CFBFC-8C00-DD87-6707-F7FBF861A222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A32E3A0-76EE-1C81-6E82-07FF33831045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F7C158BD-99B2-DCA2-C58E-4390E424E6B3}"/>
              </a:ext>
            </a:extLst>
          </p:cNvPr>
          <p:cNvSpPr txBox="1"/>
          <p:nvPr/>
        </p:nvSpPr>
        <p:spPr>
          <a:xfrm rot="16200000">
            <a:off x="-2747240" y="5210517"/>
            <a:ext cx="7162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627A13-E2C3-E58D-1475-0B081075B728}"/>
              </a:ext>
            </a:extLst>
          </p:cNvPr>
          <p:cNvSpPr txBox="1"/>
          <p:nvPr/>
        </p:nvSpPr>
        <p:spPr>
          <a:xfrm rot="16200000">
            <a:off x="-2123301" y="5248617"/>
            <a:ext cx="70866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C5528A-F90B-6559-4A98-73EF14D9B5ED}"/>
              </a:ext>
            </a:extLst>
          </p:cNvPr>
          <p:cNvSpPr txBox="1"/>
          <p:nvPr/>
        </p:nvSpPr>
        <p:spPr>
          <a:xfrm rot="16200000">
            <a:off x="-1846092" y="4848775"/>
            <a:ext cx="76554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4817DC-844B-6BC3-1235-13994947C76D}"/>
              </a:ext>
            </a:extLst>
          </p:cNvPr>
          <p:cNvSpPr txBox="1"/>
          <p:nvPr/>
        </p:nvSpPr>
        <p:spPr>
          <a:xfrm>
            <a:off x="8266856" y="717947"/>
            <a:ext cx="457368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Résilience et autonomie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D7DEC3-CCDE-B21D-9F73-E45B5B723F91}"/>
              </a:ext>
            </a:extLst>
          </p:cNvPr>
          <p:cNvSpPr txBox="1"/>
          <p:nvPr/>
        </p:nvSpPr>
        <p:spPr>
          <a:xfrm>
            <a:off x="4800600" y="1562100"/>
            <a:ext cx="114859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Le score composite pondère les trois sources de détection pour alimenter le mode auto-pilote, </a:t>
            </a:r>
          </a:p>
          <a:p>
            <a:pPr algn="ctr"/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qui garantit une réponse sans délai même en l’absence totale de supervision humaine.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D940BF-8295-A039-CA86-FCF380399F32}"/>
              </a:ext>
            </a:extLst>
          </p:cNvPr>
          <p:cNvSpPr txBox="1"/>
          <p:nvPr/>
        </p:nvSpPr>
        <p:spPr>
          <a:xfrm>
            <a:off x="5328845" y="8277886"/>
            <a:ext cx="275547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Watchdog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200" i="1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Détection de panne d’un nœud en &lt;= 15 s</a:t>
            </a:r>
            <a:endParaRPr kumimoji="0" lang="fr-FR" sz="220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4854CE5-1B69-50AB-7860-770006844B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3" t="5222" r="11592" b="37693"/>
          <a:stretch>
            <a:fillRect/>
          </a:stretch>
        </p:blipFill>
        <p:spPr>
          <a:xfrm>
            <a:off x="5791200" y="2974923"/>
            <a:ext cx="9448800" cy="433715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7960189-D043-85DA-CF22-44F09D75019E}"/>
              </a:ext>
            </a:extLst>
          </p:cNvPr>
          <p:cNvSpPr txBox="1"/>
          <p:nvPr/>
        </p:nvSpPr>
        <p:spPr>
          <a:xfrm>
            <a:off x="13069186" y="8150705"/>
            <a:ext cx="27554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Bouclier anti-DDos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200" i="1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 cookies et limitation de débit à distance</a:t>
            </a:r>
            <a:endParaRPr kumimoji="0" lang="fr-FR" sz="220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5A1AE9-2840-457E-59B6-95D9B157A335}"/>
              </a:ext>
            </a:extLst>
          </p:cNvPr>
          <p:cNvSpPr txBox="1"/>
          <p:nvPr/>
        </p:nvSpPr>
        <p:spPr>
          <a:xfrm>
            <a:off x="9161664" y="8171690"/>
            <a:ext cx="27554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Résilience Kafka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200" i="1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Reconnexion automatique, nouvelle tentative toutes les 5s</a:t>
            </a:r>
            <a:endParaRPr kumimoji="0" lang="fr-FR" sz="220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5282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59D63-098B-52B7-7EF3-89FF7DB6C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3DABA1C-2190-6A91-CA93-06936936881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BD6FB"/>
          </a:solidFill>
        </p:spPr>
        <p:txBody>
          <a:bodyPr/>
          <a:lstStyle/>
          <a:p>
            <a:endParaRPr lang="fr-TN">
              <a:solidFill>
                <a:srgbClr val="9964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91012F6-D560-38EF-813A-B6F92F401DE2}"/>
              </a:ext>
            </a:extLst>
          </p:cNvPr>
          <p:cNvSpPr txBox="1"/>
          <p:nvPr/>
        </p:nvSpPr>
        <p:spPr>
          <a:xfrm>
            <a:off x="1047750" y="3162301"/>
            <a:ext cx="3067050" cy="30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3500" b="1" spc="270">
                <a:solidFill>
                  <a:srgbClr val="9964CC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SECTION 06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085B410-47AC-480F-BB3C-346A6620DA70}"/>
              </a:ext>
            </a:extLst>
          </p:cNvPr>
          <p:cNvSpPr txBox="1"/>
          <p:nvPr/>
        </p:nvSpPr>
        <p:spPr>
          <a:xfrm>
            <a:off x="1047749" y="3838575"/>
            <a:ext cx="14249399" cy="2180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8850" b="1" spc="-265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Perspectives </a:t>
            </a:r>
            <a:br>
              <a:rPr lang="en-US" sz="8850" b="1" spc="-265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</a:br>
            <a:r>
              <a:rPr lang="en-US" sz="8850" b="1" spc="-265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et Conclusion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7AAC0FA-9B68-27F9-823D-33704FCF8DD7}"/>
              </a:ext>
            </a:extLst>
          </p:cNvPr>
          <p:cNvSpPr txBox="1"/>
          <p:nvPr/>
        </p:nvSpPr>
        <p:spPr>
          <a:xfrm>
            <a:off x="12206478" y="7050185"/>
            <a:ext cx="6081522" cy="4494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0"/>
              </a:lnSpc>
            </a:pPr>
            <a:r>
              <a:rPr lang="en-US" sz="42000" b="1" spc="-1680">
                <a:solidFill>
                  <a:srgbClr val="9964CC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06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728EF992-D77A-B97E-48E0-84305BD2663B}"/>
              </a:ext>
            </a:extLst>
          </p:cNvPr>
          <p:cNvCxnSpPr>
            <a:cxnSpLocks/>
          </p:cNvCxnSpPr>
          <p:nvPr/>
        </p:nvCxnSpPr>
        <p:spPr>
          <a:xfrm>
            <a:off x="1059472" y="6210300"/>
            <a:ext cx="1188000" cy="0"/>
          </a:xfrm>
          <a:prstGeom prst="line">
            <a:avLst/>
          </a:prstGeom>
          <a:ln>
            <a:solidFill>
              <a:srgbClr val="9964CC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167C3B3D-335E-C17F-C5E7-D837C5F30C03}"/>
              </a:ext>
            </a:extLst>
          </p:cNvPr>
          <p:cNvSpPr txBox="1"/>
          <p:nvPr/>
        </p:nvSpPr>
        <p:spPr>
          <a:xfrm>
            <a:off x="838200" y="1183088"/>
            <a:ext cx="10163906" cy="1198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9600" b="1" spc="-265">
                <a:solidFill>
                  <a:srgbClr val="EBD6FB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Sprint 1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08189521-6772-BE49-A443-D3A417C8629F}"/>
              </a:ext>
            </a:extLst>
          </p:cNvPr>
          <p:cNvSpPr/>
          <p:nvPr/>
        </p:nvSpPr>
        <p:spPr>
          <a:xfrm>
            <a:off x="-18059400" y="-5829300"/>
            <a:ext cx="3886200" cy="3886200"/>
          </a:xfrm>
          <a:prstGeom prst="ellipse">
            <a:avLst/>
          </a:prstGeom>
          <a:solidFill>
            <a:srgbClr val="9964CC"/>
          </a:solidFill>
          <a:ln>
            <a:solidFill>
              <a:srgbClr val="9964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2006360A-6650-8B53-FBA0-01296604D06F}"/>
              </a:ext>
            </a:extLst>
          </p:cNvPr>
          <p:cNvSpPr/>
          <p:nvPr/>
        </p:nvSpPr>
        <p:spPr>
          <a:xfrm>
            <a:off x="-13519638" y="-3886200"/>
            <a:ext cx="3886200" cy="3886200"/>
          </a:xfrm>
          <a:prstGeom prst="ellipse">
            <a:avLst/>
          </a:prstGeom>
          <a:solidFill>
            <a:srgbClr val="9964CC"/>
          </a:solidFill>
          <a:ln>
            <a:solidFill>
              <a:srgbClr val="9964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B4EECECB-6356-4FAC-2EBF-A408AEAF4C9B}"/>
              </a:ext>
            </a:extLst>
          </p:cNvPr>
          <p:cNvSpPr/>
          <p:nvPr/>
        </p:nvSpPr>
        <p:spPr>
          <a:xfrm>
            <a:off x="-9010650" y="-2054469"/>
            <a:ext cx="3886200" cy="3886200"/>
          </a:xfrm>
          <a:prstGeom prst="ellipse">
            <a:avLst/>
          </a:prstGeom>
          <a:solidFill>
            <a:srgbClr val="9964CC"/>
          </a:solidFill>
          <a:ln>
            <a:solidFill>
              <a:srgbClr val="9964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0B68C904-F70D-6093-50DA-70A956AEAB45}"/>
              </a:ext>
            </a:extLst>
          </p:cNvPr>
          <p:cNvSpPr/>
          <p:nvPr/>
        </p:nvSpPr>
        <p:spPr>
          <a:xfrm>
            <a:off x="-4572000" y="-114300"/>
            <a:ext cx="3886200" cy="3886200"/>
          </a:xfrm>
          <a:prstGeom prst="ellipse">
            <a:avLst/>
          </a:prstGeom>
          <a:solidFill>
            <a:srgbClr val="9964CC"/>
          </a:solidFill>
          <a:ln>
            <a:solidFill>
              <a:srgbClr val="9964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42D2BE35-EF96-A37E-2475-DB4CEE4C956A}"/>
              </a:ext>
            </a:extLst>
          </p:cNvPr>
          <p:cNvSpPr txBox="1"/>
          <p:nvPr/>
        </p:nvSpPr>
        <p:spPr>
          <a:xfrm>
            <a:off x="-17373600" y="-4610100"/>
            <a:ext cx="2895600" cy="997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6000" b="1" spc="-265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Sprint 1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EBD6C5E1-7566-E551-3578-D6D3F9C3B50D}"/>
              </a:ext>
            </a:extLst>
          </p:cNvPr>
          <p:cNvSpPr txBox="1"/>
          <p:nvPr/>
        </p:nvSpPr>
        <p:spPr>
          <a:xfrm>
            <a:off x="-12801600" y="-2553420"/>
            <a:ext cx="2895600" cy="997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6000" b="1" spc="-265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Sprint 2</a:t>
            </a:r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5EC13EFA-E5CD-C136-8CDC-1CB86939C48E}"/>
              </a:ext>
            </a:extLst>
          </p:cNvPr>
          <p:cNvSpPr txBox="1"/>
          <p:nvPr/>
        </p:nvSpPr>
        <p:spPr>
          <a:xfrm>
            <a:off x="-8305800" y="-800100"/>
            <a:ext cx="2895600" cy="997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6000" b="1" spc="-265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Sprint 3</a:t>
            </a:r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CC2325A5-FDF7-5FFC-9B9B-35FC702A55AF}"/>
              </a:ext>
            </a:extLst>
          </p:cNvPr>
          <p:cNvSpPr txBox="1"/>
          <p:nvPr/>
        </p:nvSpPr>
        <p:spPr>
          <a:xfrm>
            <a:off x="-3733800" y="1181100"/>
            <a:ext cx="2895600" cy="997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6000" b="1" spc="-265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Sprint 4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E893E863-017B-7B68-99DB-426011A867A2}"/>
              </a:ext>
            </a:extLst>
          </p:cNvPr>
          <p:cNvSpPr txBox="1"/>
          <p:nvPr/>
        </p:nvSpPr>
        <p:spPr>
          <a:xfrm>
            <a:off x="838200" y="6725420"/>
            <a:ext cx="4876800" cy="997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6000" b="1" spc="-265">
                <a:solidFill>
                  <a:srgbClr val="EBD6FB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Perspectives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D45F0DB8-A38B-AA75-857F-68B0B245E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579" y="-333619"/>
            <a:ext cx="14889096" cy="837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4706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6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58C44C-91B3-082D-7345-C07AD6C00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e 57">
            <a:extLst>
              <a:ext uri="{FF2B5EF4-FFF2-40B4-BE49-F238E27FC236}">
                <a16:creationId xmlns:a16="http://schemas.microsoft.com/office/drawing/2014/main" id="{738612F4-99AA-DDB4-7E14-6CEC32502BAE}"/>
              </a:ext>
            </a:extLst>
          </p:cNvPr>
          <p:cNvGrpSpPr/>
          <p:nvPr/>
        </p:nvGrpSpPr>
        <p:grpSpPr>
          <a:xfrm>
            <a:off x="-8551070" y="35943"/>
            <a:ext cx="16094870" cy="10287000"/>
            <a:chOff x="-3140870" y="0"/>
            <a:chExt cx="16094870" cy="10287000"/>
          </a:xfrm>
        </p:grpSpPr>
        <p:grpSp>
          <p:nvGrpSpPr>
            <p:cNvPr id="14" name="Group 28">
              <a:extLst>
                <a:ext uri="{FF2B5EF4-FFF2-40B4-BE49-F238E27FC236}">
                  <a16:creationId xmlns:a16="http://schemas.microsoft.com/office/drawing/2014/main" id="{67DF29CA-43D5-19E1-ADC8-93784FF5DE08}"/>
                </a:ext>
              </a:extLst>
            </p:cNvPr>
            <p:cNvGrpSpPr/>
            <p:nvPr/>
          </p:nvGrpSpPr>
          <p:grpSpPr>
            <a:xfrm>
              <a:off x="-3140870" y="0"/>
              <a:ext cx="16094870" cy="10287000"/>
              <a:chOff x="-4114800" y="0"/>
              <a:chExt cx="10729913" cy="6858000"/>
            </a:xfrm>
            <a:solidFill>
              <a:srgbClr val="D2E6F0"/>
            </a:solidFill>
            <a:effectLst>
              <a:outerShdw blurRad="254000" dist="88900" algn="l" rotWithShape="0">
                <a:schemeClr val="tx1">
                  <a:lumMod val="95000"/>
                  <a:lumOff val="5000"/>
                  <a:alpha val="51000"/>
                </a:schemeClr>
              </a:outerShdw>
            </a:effectLst>
          </p:grpSpPr>
          <p:grpSp>
            <p:nvGrpSpPr>
              <p:cNvPr id="17" name="Group 10">
                <a:extLst>
                  <a:ext uri="{FF2B5EF4-FFF2-40B4-BE49-F238E27FC236}">
                    <a16:creationId xmlns:a16="http://schemas.microsoft.com/office/drawing/2014/main" id="{E374027E-6E1B-1982-C085-BEEC253149B9}"/>
                  </a:ext>
                </a:extLst>
              </p:cNvPr>
              <p:cNvGrpSpPr/>
              <p:nvPr/>
            </p:nvGrpSpPr>
            <p:grpSpPr>
              <a:xfrm>
                <a:off x="5734050" y="2972999"/>
                <a:ext cx="881063" cy="881757"/>
                <a:chOff x="8401050" y="3628037"/>
                <a:chExt cx="881063" cy="881757"/>
              </a:xfrm>
              <a:grpFill/>
            </p:grpSpPr>
            <p:sp>
              <p:nvSpPr>
                <p:cNvPr id="18" name="Rectangle: Top Corners Rounded 1">
                  <a:extLst>
                    <a:ext uri="{FF2B5EF4-FFF2-40B4-BE49-F238E27FC236}">
                      <a16:creationId xmlns:a16="http://schemas.microsoft.com/office/drawing/2014/main" id="{7D927493-013D-D7ED-0548-FE9334C20797}"/>
                    </a:ext>
                  </a:extLst>
                </p:cNvPr>
                <p:cNvSpPr/>
                <p:nvPr/>
              </p:nvSpPr>
              <p:spPr>
                <a:xfrm rot="5400000">
                  <a:off x="8400703" y="3628384"/>
                  <a:ext cx="881757" cy="881063"/>
                </a:xfrm>
                <a:prstGeom prst="round2SameRect">
                  <a:avLst/>
                </a:prstGeom>
                <a:solidFill>
                  <a:srgbClr val="E5D9F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700">
                    <a:solidFill>
                      <a:srgbClr val="00195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" name="TextBox 2">
                  <a:extLst>
                    <a:ext uri="{FF2B5EF4-FFF2-40B4-BE49-F238E27FC236}">
                      <a16:creationId xmlns:a16="http://schemas.microsoft.com/office/drawing/2014/main" id="{D0A36440-26A5-1782-323B-FAEFBE845322}"/>
                    </a:ext>
                  </a:extLst>
                </p:cNvPr>
                <p:cNvSpPr txBox="1"/>
                <p:nvPr/>
              </p:nvSpPr>
              <p:spPr>
                <a:xfrm>
                  <a:off x="8483339" y="3643631"/>
                  <a:ext cx="703555" cy="830996"/>
                </a:xfrm>
                <a:prstGeom prst="rect">
                  <a:avLst/>
                </a:prstGeom>
                <a:solidFill>
                  <a:srgbClr val="E5D9F2"/>
                </a:solidFill>
                <a:effectLst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75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</p:grp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0E0650A-9D06-FFB6-265B-12A855370010}"/>
                  </a:ext>
                </a:extLst>
              </p:cNvPr>
              <p:cNvSpPr/>
              <p:nvPr/>
            </p:nvSpPr>
            <p:spPr>
              <a:xfrm>
                <a:off x="-4114800" y="0"/>
                <a:ext cx="9848850" cy="6858000"/>
              </a:xfrm>
              <a:prstGeom prst="rect">
                <a:avLst/>
              </a:prstGeom>
              <a:solidFill>
                <a:srgbClr val="E5D9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>
                  <a:solidFill>
                    <a:srgbClr val="00195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7" name="TextBox 4">
              <a:extLst>
                <a:ext uri="{FF2B5EF4-FFF2-40B4-BE49-F238E27FC236}">
                  <a16:creationId xmlns:a16="http://schemas.microsoft.com/office/drawing/2014/main" id="{91250F6F-8893-E0E5-15B0-A3DD5869582D}"/>
                </a:ext>
              </a:extLst>
            </p:cNvPr>
            <p:cNvSpPr txBox="1"/>
            <p:nvPr/>
          </p:nvSpPr>
          <p:spPr>
            <a:xfrm>
              <a:off x="4495800" y="2145078"/>
              <a:ext cx="5804532" cy="294952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8496"/>
                </a:lnSpc>
              </a:pPr>
              <a:r>
                <a:rPr lang="en-US" sz="6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Conteneurisation et orchestration</a:t>
              </a:r>
            </a:p>
            <a:p>
              <a:pPr algn="ctr">
                <a:lnSpc>
                  <a:spcPct val="100000"/>
                </a:lnSpc>
              </a:pPr>
              <a:r>
                <a:rPr lang="en-US" sz="5000" spc="-265"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(Docker / Kubernetes)</a:t>
              </a:r>
            </a:p>
          </p:txBody>
        </p:sp>
      </p:grp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8F821DD3-4B49-F0D1-425E-C8D134D4B3FF}"/>
              </a:ext>
            </a:extLst>
          </p:cNvPr>
          <p:cNvGrpSpPr/>
          <p:nvPr/>
        </p:nvGrpSpPr>
        <p:grpSpPr>
          <a:xfrm>
            <a:off x="-9982201" y="-114300"/>
            <a:ext cx="16094870" cy="10287000"/>
            <a:chOff x="-2517276" y="621827"/>
            <a:chExt cx="16094870" cy="10287000"/>
          </a:xfrm>
        </p:grpSpPr>
        <p:grpSp>
          <p:nvGrpSpPr>
            <p:cNvPr id="21" name="Group 223">
              <a:extLst>
                <a:ext uri="{FF2B5EF4-FFF2-40B4-BE49-F238E27FC236}">
                  <a16:creationId xmlns:a16="http://schemas.microsoft.com/office/drawing/2014/main" id="{7D2525D7-0F7F-81D0-5E89-D34E65B42C56}"/>
                </a:ext>
              </a:extLst>
            </p:cNvPr>
            <p:cNvGrpSpPr/>
            <p:nvPr/>
          </p:nvGrpSpPr>
          <p:grpSpPr>
            <a:xfrm>
              <a:off x="-2517276" y="621827"/>
              <a:ext cx="16094870" cy="10287000"/>
              <a:chOff x="0" y="0"/>
              <a:chExt cx="10729913" cy="6858000"/>
            </a:xfrm>
          </p:grpSpPr>
          <p:grpSp>
            <p:nvGrpSpPr>
              <p:cNvPr id="23" name="Group 31">
                <a:extLst>
                  <a:ext uri="{FF2B5EF4-FFF2-40B4-BE49-F238E27FC236}">
                    <a16:creationId xmlns:a16="http://schemas.microsoft.com/office/drawing/2014/main" id="{44BE798D-1604-5AF1-2B94-139F742EDC6C}"/>
                  </a:ext>
                </a:extLst>
              </p:cNvPr>
              <p:cNvGrpSpPr/>
              <p:nvPr/>
            </p:nvGrpSpPr>
            <p:grpSpPr>
              <a:xfrm>
                <a:off x="0" y="0"/>
                <a:ext cx="10729913" cy="6858000"/>
                <a:chOff x="-5219700" y="0"/>
                <a:chExt cx="10729913" cy="6858000"/>
              </a:xfrm>
              <a:effectLst>
                <a:outerShdw blurRad="254000" dist="88900" algn="l" rotWithShape="0">
                  <a:prstClr val="black">
                    <a:alpha val="51000"/>
                  </a:prstClr>
                </a:outerShdw>
              </a:effectLst>
            </p:grpSpPr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C2C88A6F-D8F1-00BD-4AEB-44E9ECF57F2E}"/>
                    </a:ext>
                  </a:extLst>
                </p:cNvPr>
                <p:cNvSpPr/>
                <p:nvPr/>
              </p:nvSpPr>
              <p:spPr>
                <a:xfrm>
                  <a:off x="-5219700" y="0"/>
                  <a:ext cx="9848850" cy="6858000"/>
                </a:xfrm>
                <a:prstGeom prst="rect">
                  <a:avLst/>
                </a:prstGeom>
                <a:solidFill>
                  <a:srgbClr val="EBD6F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7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30" name="Group 11">
                  <a:extLst>
                    <a:ext uri="{FF2B5EF4-FFF2-40B4-BE49-F238E27FC236}">
                      <a16:creationId xmlns:a16="http://schemas.microsoft.com/office/drawing/2014/main" id="{C1C1D035-6967-9D5B-B6DE-005913AF5728}"/>
                    </a:ext>
                  </a:extLst>
                </p:cNvPr>
                <p:cNvGrpSpPr/>
                <p:nvPr/>
              </p:nvGrpSpPr>
              <p:grpSpPr>
                <a:xfrm>
                  <a:off x="4629150" y="2511334"/>
                  <a:ext cx="881063" cy="902544"/>
                  <a:chOff x="8401050" y="3607250"/>
                  <a:chExt cx="881063" cy="902544"/>
                </a:xfrm>
              </p:grpSpPr>
              <p:sp>
                <p:nvSpPr>
                  <p:cNvPr id="31" name="Rectangle: Top Corners Rounded 12">
                    <a:extLst>
                      <a:ext uri="{FF2B5EF4-FFF2-40B4-BE49-F238E27FC236}">
                        <a16:creationId xmlns:a16="http://schemas.microsoft.com/office/drawing/2014/main" id="{1F2D525C-B7A6-1113-682D-ACD5624B8F7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8400703" y="3628384"/>
                    <a:ext cx="881757" cy="881063"/>
                  </a:xfrm>
                  <a:prstGeom prst="round2SameRect">
                    <a:avLst/>
                  </a:prstGeom>
                  <a:solidFill>
                    <a:srgbClr val="EBD6FB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7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2" name="TextBox 13">
                    <a:extLst>
                      <a:ext uri="{FF2B5EF4-FFF2-40B4-BE49-F238E27FC236}">
                        <a16:creationId xmlns:a16="http://schemas.microsoft.com/office/drawing/2014/main" id="{47052AEE-4A8F-1BF0-A5AD-D1FBD986A480}"/>
                      </a:ext>
                    </a:extLst>
                  </p:cNvPr>
                  <p:cNvSpPr txBox="1"/>
                  <p:nvPr/>
                </p:nvSpPr>
                <p:spPr>
                  <a:xfrm>
                    <a:off x="8513922" y="3607250"/>
                    <a:ext cx="674370" cy="89255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8100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</a:p>
                </p:txBody>
              </p:sp>
            </p:grpSp>
          </p:grpSp>
          <p:grpSp>
            <p:nvGrpSpPr>
              <p:cNvPr id="24" name="Group 42">
                <a:extLst>
                  <a:ext uri="{FF2B5EF4-FFF2-40B4-BE49-F238E27FC236}">
                    <a16:creationId xmlns:a16="http://schemas.microsoft.com/office/drawing/2014/main" id="{7F019BDF-C917-AF53-A20F-BA4C0A0C72F3}"/>
                  </a:ext>
                </a:extLst>
              </p:cNvPr>
              <p:cNvGrpSpPr/>
              <p:nvPr/>
            </p:nvGrpSpPr>
            <p:grpSpPr>
              <a:xfrm>
                <a:off x="4322410" y="1114344"/>
                <a:ext cx="4480810" cy="3722669"/>
                <a:chOff x="4185096" y="1114344"/>
                <a:chExt cx="4480810" cy="3722669"/>
              </a:xfrm>
            </p:grpSpPr>
            <p:sp>
              <p:nvSpPr>
                <p:cNvPr id="25" name="TextBox 38">
                  <a:extLst>
                    <a:ext uri="{FF2B5EF4-FFF2-40B4-BE49-F238E27FC236}">
                      <a16:creationId xmlns:a16="http://schemas.microsoft.com/office/drawing/2014/main" id="{3F6D0DE8-EF9A-1273-923D-AAA163168D24}"/>
                    </a:ext>
                  </a:extLst>
                </p:cNvPr>
                <p:cNvSpPr txBox="1"/>
                <p:nvPr/>
              </p:nvSpPr>
              <p:spPr>
                <a:xfrm>
                  <a:off x="4185096" y="1114344"/>
                  <a:ext cx="2011287" cy="10772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en-US" sz="99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39">
                  <a:extLst>
                    <a:ext uri="{FF2B5EF4-FFF2-40B4-BE49-F238E27FC236}">
                      <a16:creationId xmlns:a16="http://schemas.microsoft.com/office/drawing/2014/main" id="{43BFE3DE-0739-F182-FC77-07A1840D918A}"/>
                    </a:ext>
                  </a:extLst>
                </p:cNvPr>
                <p:cNvSpPr txBox="1"/>
                <p:nvPr/>
              </p:nvSpPr>
              <p:spPr>
                <a:xfrm>
                  <a:off x="6443052" y="1719048"/>
                  <a:ext cx="1825248" cy="7386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en-US" sz="66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40">
                  <a:extLst>
                    <a:ext uri="{FF2B5EF4-FFF2-40B4-BE49-F238E27FC236}">
                      <a16:creationId xmlns:a16="http://schemas.microsoft.com/office/drawing/2014/main" id="{973FC21E-F4EE-8253-E37B-5B177D365D24}"/>
                    </a:ext>
                  </a:extLst>
                </p:cNvPr>
                <p:cNvSpPr txBox="1"/>
                <p:nvPr/>
              </p:nvSpPr>
              <p:spPr>
                <a:xfrm>
                  <a:off x="4695719" y="4038608"/>
                  <a:ext cx="1825248" cy="6155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en-US" sz="54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41">
                  <a:extLst>
                    <a:ext uri="{FF2B5EF4-FFF2-40B4-BE49-F238E27FC236}">
                      <a16:creationId xmlns:a16="http://schemas.microsoft.com/office/drawing/2014/main" id="{BDA2D793-830F-13A9-DE50-C37F0957004A}"/>
                    </a:ext>
                  </a:extLst>
                </p:cNvPr>
                <p:cNvSpPr txBox="1"/>
                <p:nvPr/>
              </p:nvSpPr>
              <p:spPr>
                <a:xfrm>
                  <a:off x="6708714" y="4498459"/>
                  <a:ext cx="195719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sz="2700">
                    <a:solidFill>
                      <a:srgbClr val="84AF9B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59" name="ZoneTexte 58">
              <a:extLst>
                <a:ext uri="{FF2B5EF4-FFF2-40B4-BE49-F238E27FC236}">
                  <a16:creationId xmlns:a16="http://schemas.microsoft.com/office/drawing/2014/main" id="{EC98FCC2-8CDA-CC8C-4E86-FD894EA12BF9}"/>
                </a:ext>
              </a:extLst>
            </p:cNvPr>
            <p:cNvSpPr txBox="1"/>
            <p:nvPr/>
          </p:nvSpPr>
          <p:spPr>
            <a:xfrm>
              <a:off x="6550525" y="3263063"/>
              <a:ext cx="4743955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0" b="1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Intégration</a:t>
              </a:r>
              <a:r>
                <a:rPr lang="en-US" sz="5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XDR</a:t>
              </a:r>
            </a:p>
          </p:txBody>
        </p:sp>
      </p:grpSp>
      <p:grpSp>
        <p:nvGrpSpPr>
          <p:cNvPr id="62" name="Groupe 61">
            <a:extLst>
              <a:ext uri="{FF2B5EF4-FFF2-40B4-BE49-F238E27FC236}">
                <a16:creationId xmlns:a16="http://schemas.microsoft.com/office/drawing/2014/main" id="{4776D846-3FAF-FEAC-BD61-B90B5392743A}"/>
              </a:ext>
            </a:extLst>
          </p:cNvPr>
          <p:cNvGrpSpPr/>
          <p:nvPr/>
        </p:nvGrpSpPr>
        <p:grpSpPr>
          <a:xfrm>
            <a:off x="-11506200" y="-25070"/>
            <a:ext cx="16094870" cy="10287000"/>
            <a:chOff x="-3293270" y="-25070"/>
            <a:chExt cx="16094870" cy="10287000"/>
          </a:xfrm>
        </p:grpSpPr>
        <p:grpSp>
          <p:nvGrpSpPr>
            <p:cNvPr id="34" name="Group 30">
              <a:extLst>
                <a:ext uri="{FF2B5EF4-FFF2-40B4-BE49-F238E27FC236}">
                  <a16:creationId xmlns:a16="http://schemas.microsoft.com/office/drawing/2014/main" id="{8DF55F58-F31B-D850-DA2B-5966E334A9B5}"/>
                </a:ext>
              </a:extLst>
            </p:cNvPr>
            <p:cNvGrpSpPr/>
            <p:nvPr/>
          </p:nvGrpSpPr>
          <p:grpSpPr>
            <a:xfrm>
              <a:off x="-3293270" y="-25070"/>
              <a:ext cx="16094870" cy="10287000"/>
              <a:chOff x="-6324600" y="0"/>
              <a:chExt cx="10729913" cy="6858000"/>
            </a:xfrm>
            <a:effectLst>
              <a:outerShdw blurRad="254000" dist="88900" algn="l" rotWithShape="0">
                <a:prstClr val="black">
                  <a:alpha val="51000"/>
                </a:prstClr>
              </a:outerShdw>
            </a:effectLst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F84B0C00-D94D-43A3-4352-37093E0C2A8D}"/>
                  </a:ext>
                </a:extLst>
              </p:cNvPr>
              <p:cNvSpPr/>
              <p:nvPr/>
            </p:nvSpPr>
            <p:spPr>
              <a:xfrm>
                <a:off x="-6324600" y="0"/>
                <a:ext cx="9848850" cy="6858000"/>
              </a:xfrm>
              <a:prstGeom prst="rect">
                <a:avLst/>
              </a:prstGeom>
              <a:solidFill>
                <a:srgbClr val="CDC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7" name="Group 14">
                <a:extLst>
                  <a:ext uri="{FF2B5EF4-FFF2-40B4-BE49-F238E27FC236}">
                    <a16:creationId xmlns:a16="http://schemas.microsoft.com/office/drawing/2014/main" id="{A79AB2F4-D680-DCB3-4B49-19E8ADDCFE18}"/>
                  </a:ext>
                </a:extLst>
              </p:cNvPr>
              <p:cNvGrpSpPr/>
              <p:nvPr/>
            </p:nvGrpSpPr>
            <p:grpSpPr>
              <a:xfrm>
                <a:off x="3524250" y="2049669"/>
                <a:ext cx="881063" cy="902544"/>
                <a:chOff x="8401050" y="3607250"/>
                <a:chExt cx="881063" cy="902544"/>
              </a:xfrm>
            </p:grpSpPr>
            <p:sp>
              <p:nvSpPr>
                <p:cNvPr id="38" name="Rectangle: Top Corners Rounded 15">
                  <a:extLst>
                    <a:ext uri="{FF2B5EF4-FFF2-40B4-BE49-F238E27FC236}">
                      <a16:creationId xmlns:a16="http://schemas.microsoft.com/office/drawing/2014/main" id="{6A15A784-757E-EAD2-D481-21F4BB6F0EAF}"/>
                    </a:ext>
                  </a:extLst>
                </p:cNvPr>
                <p:cNvSpPr/>
                <p:nvPr/>
              </p:nvSpPr>
              <p:spPr>
                <a:xfrm rot="5400000">
                  <a:off x="8400703" y="3628384"/>
                  <a:ext cx="881757" cy="881063"/>
                </a:xfrm>
                <a:prstGeom prst="round2SameRect">
                  <a:avLst/>
                </a:prstGeom>
                <a:solidFill>
                  <a:srgbClr val="CDC1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7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" name="TextBox 16">
                  <a:extLst>
                    <a:ext uri="{FF2B5EF4-FFF2-40B4-BE49-F238E27FC236}">
                      <a16:creationId xmlns:a16="http://schemas.microsoft.com/office/drawing/2014/main" id="{5BB1AA0C-E478-1932-9D8E-773B6495FC27}"/>
                    </a:ext>
                  </a:extLst>
                </p:cNvPr>
                <p:cNvSpPr txBox="1"/>
                <p:nvPr/>
              </p:nvSpPr>
              <p:spPr>
                <a:xfrm>
                  <a:off x="8513922" y="3607250"/>
                  <a:ext cx="674370" cy="8925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81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</p:grpSp>
        </p:grpSp>
        <p:sp>
          <p:nvSpPr>
            <p:cNvPr id="61" name="ZoneTexte 60">
              <a:extLst>
                <a:ext uri="{FF2B5EF4-FFF2-40B4-BE49-F238E27FC236}">
                  <a16:creationId xmlns:a16="http://schemas.microsoft.com/office/drawing/2014/main" id="{21A9EF50-EFD8-B9BD-AEE9-D9057C4F744E}"/>
                </a:ext>
              </a:extLst>
            </p:cNvPr>
            <p:cNvSpPr txBox="1"/>
            <p:nvPr/>
          </p:nvSpPr>
          <p:spPr>
            <a:xfrm>
              <a:off x="4911360" y="2465737"/>
              <a:ext cx="6048848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55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Interopérabilité SOAR</a:t>
              </a:r>
            </a:p>
          </p:txBody>
        </p:sp>
      </p:grpSp>
      <p:grpSp>
        <p:nvGrpSpPr>
          <p:cNvPr id="64" name="Groupe 63">
            <a:extLst>
              <a:ext uri="{FF2B5EF4-FFF2-40B4-BE49-F238E27FC236}">
                <a16:creationId xmlns:a16="http://schemas.microsoft.com/office/drawing/2014/main" id="{0EB655D2-66B6-44F0-6973-BB77DA5074A4}"/>
              </a:ext>
            </a:extLst>
          </p:cNvPr>
          <p:cNvGrpSpPr/>
          <p:nvPr/>
        </p:nvGrpSpPr>
        <p:grpSpPr>
          <a:xfrm>
            <a:off x="-13338096" y="0"/>
            <a:ext cx="16094870" cy="10287000"/>
            <a:chOff x="-13338096" y="0"/>
            <a:chExt cx="16094870" cy="10287000"/>
          </a:xfrm>
        </p:grpSpPr>
        <p:grpSp>
          <p:nvGrpSpPr>
            <p:cNvPr id="41" name="Group 224">
              <a:extLst>
                <a:ext uri="{FF2B5EF4-FFF2-40B4-BE49-F238E27FC236}">
                  <a16:creationId xmlns:a16="http://schemas.microsoft.com/office/drawing/2014/main" id="{976A7E16-A183-3006-3BAB-30D4E40FAB8F}"/>
                </a:ext>
              </a:extLst>
            </p:cNvPr>
            <p:cNvGrpSpPr/>
            <p:nvPr/>
          </p:nvGrpSpPr>
          <p:grpSpPr>
            <a:xfrm>
              <a:off x="-13338096" y="0"/>
              <a:ext cx="16094870" cy="10287000"/>
              <a:chOff x="-8716908" y="0"/>
              <a:chExt cx="10729913" cy="6858000"/>
            </a:xfrm>
            <a:solidFill>
              <a:srgbClr val="A594F9"/>
            </a:solidFill>
          </p:grpSpPr>
          <p:grpSp>
            <p:nvGrpSpPr>
              <p:cNvPr id="43" name="Group 29">
                <a:extLst>
                  <a:ext uri="{FF2B5EF4-FFF2-40B4-BE49-F238E27FC236}">
                    <a16:creationId xmlns:a16="http://schemas.microsoft.com/office/drawing/2014/main" id="{9289410C-34E7-F59C-1057-7A8BAD1C3813}"/>
                  </a:ext>
                </a:extLst>
              </p:cNvPr>
              <p:cNvGrpSpPr/>
              <p:nvPr/>
            </p:nvGrpSpPr>
            <p:grpSpPr>
              <a:xfrm>
                <a:off x="-8716908" y="0"/>
                <a:ext cx="10729913" cy="6858000"/>
                <a:chOff x="-7429500" y="0"/>
                <a:chExt cx="10729913" cy="6858000"/>
              </a:xfrm>
              <a:grpFill/>
              <a:effectLst>
                <a:outerShdw blurRad="254000" dist="88900" algn="l" rotWithShape="0">
                  <a:prstClr val="black">
                    <a:alpha val="51000"/>
                  </a:prstClr>
                </a:outerShdw>
              </a:effectLst>
            </p:grpSpPr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A254DFE4-E2CD-2BFB-F298-64E25BE42F65}"/>
                    </a:ext>
                  </a:extLst>
                </p:cNvPr>
                <p:cNvSpPr/>
                <p:nvPr/>
              </p:nvSpPr>
              <p:spPr>
                <a:xfrm>
                  <a:off x="-7429500" y="0"/>
                  <a:ext cx="9848850" cy="6858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7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54" name="Group 17">
                  <a:extLst>
                    <a:ext uri="{FF2B5EF4-FFF2-40B4-BE49-F238E27FC236}">
                      <a16:creationId xmlns:a16="http://schemas.microsoft.com/office/drawing/2014/main" id="{FDF5F1B2-3364-6459-E1D8-8BB3DE638E31}"/>
                    </a:ext>
                  </a:extLst>
                </p:cNvPr>
                <p:cNvGrpSpPr/>
                <p:nvPr/>
              </p:nvGrpSpPr>
              <p:grpSpPr>
                <a:xfrm>
                  <a:off x="2419350" y="1588004"/>
                  <a:ext cx="881063" cy="902544"/>
                  <a:chOff x="8401050" y="3607250"/>
                  <a:chExt cx="881063" cy="902544"/>
                </a:xfrm>
                <a:grpFill/>
              </p:grpSpPr>
              <p:sp>
                <p:nvSpPr>
                  <p:cNvPr id="55" name="Rectangle: Top Corners Rounded 18">
                    <a:extLst>
                      <a:ext uri="{FF2B5EF4-FFF2-40B4-BE49-F238E27FC236}">
                        <a16:creationId xmlns:a16="http://schemas.microsoft.com/office/drawing/2014/main" id="{60D79BAC-EE28-5999-1E7E-19F05C0BA1E9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8400703" y="3628384"/>
                    <a:ext cx="881757" cy="881063"/>
                  </a:xfrm>
                  <a:prstGeom prst="round2Same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7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6" name="TextBox 19">
                    <a:extLst>
                      <a:ext uri="{FF2B5EF4-FFF2-40B4-BE49-F238E27FC236}">
                        <a16:creationId xmlns:a16="http://schemas.microsoft.com/office/drawing/2014/main" id="{D01D6060-DDCA-F5CC-EC1F-4C5D72F0B535}"/>
                      </a:ext>
                    </a:extLst>
                  </p:cNvPr>
                  <p:cNvSpPr txBox="1"/>
                  <p:nvPr/>
                </p:nvSpPr>
                <p:spPr>
                  <a:xfrm>
                    <a:off x="8513922" y="3607250"/>
                    <a:ext cx="674370" cy="892552"/>
                  </a:xfrm>
                  <a:prstGeom prst="rect">
                    <a:avLst/>
                  </a:prstGeom>
                  <a:grp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8100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</a:p>
                </p:txBody>
              </p:sp>
            </p:grpSp>
          </p:grpSp>
          <p:grpSp>
            <p:nvGrpSpPr>
              <p:cNvPr id="44" name="Group 220">
                <a:extLst>
                  <a:ext uri="{FF2B5EF4-FFF2-40B4-BE49-F238E27FC236}">
                    <a16:creationId xmlns:a16="http://schemas.microsoft.com/office/drawing/2014/main" id="{1152EB66-E0E2-072F-3D32-1FA3940EF176}"/>
                  </a:ext>
                </a:extLst>
              </p:cNvPr>
              <p:cNvGrpSpPr/>
              <p:nvPr/>
            </p:nvGrpSpPr>
            <p:grpSpPr>
              <a:xfrm>
                <a:off x="-3634286" y="2071428"/>
                <a:ext cx="3968259" cy="3302377"/>
                <a:chOff x="2736843" y="1729018"/>
                <a:chExt cx="3968259" cy="3302377"/>
              </a:xfrm>
              <a:grpFill/>
            </p:grpSpPr>
            <p:grpSp>
              <p:nvGrpSpPr>
                <p:cNvPr id="45" name="Group 195">
                  <a:extLst>
                    <a:ext uri="{FF2B5EF4-FFF2-40B4-BE49-F238E27FC236}">
                      <a16:creationId xmlns:a16="http://schemas.microsoft.com/office/drawing/2014/main" id="{3EF29C6A-EA38-AF86-D623-04A27809B104}"/>
                    </a:ext>
                  </a:extLst>
                </p:cNvPr>
                <p:cNvGrpSpPr/>
                <p:nvPr/>
              </p:nvGrpSpPr>
              <p:grpSpPr>
                <a:xfrm>
                  <a:off x="2736843" y="1729018"/>
                  <a:ext cx="1758766" cy="1225975"/>
                  <a:chOff x="828691" y="2039551"/>
                  <a:chExt cx="1758766" cy="1225975"/>
                </a:xfrm>
                <a:grpFill/>
              </p:grpSpPr>
              <p:sp>
                <p:nvSpPr>
                  <p:cNvPr id="51" name="TextBox 198">
                    <a:extLst>
                      <a:ext uri="{FF2B5EF4-FFF2-40B4-BE49-F238E27FC236}">
                        <a16:creationId xmlns:a16="http://schemas.microsoft.com/office/drawing/2014/main" id="{59918546-0188-80E8-6CC7-3FF68281CC22}"/>
                      </a:ext>
                    </a:extLst>
                  </p:cNvPr>
                  <p:cNvSpPr txBox="1"/>
                  <p:nvPr/>
                </p:nvSpPr>
                <p:spPr>
                  <a:xfrm>
                    <a:off x="1229509" y="2039551"/>
                    <a:ext cx="963342" cy="430887"/>
                  </a:xfrm>
                  <a:prstGeom prst="rect">
                    <a:avLst/>
                  </a:prstGeom>
                  <a:grp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en-US" sz="36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2" name="TextBox 199">
                    <a:extLst>
                      <a:ext uri="{FF2B5EF4-FFF2-40B4-BE49-F238E27FC236}">
                        <a16:creationId xmlns:a16="http://schemas.microsoft.com/office/drawing/2014/main" id="{0684EC30-CC07-431E-4800-5429187DF1BC}"/>
                      </a:ext>
                    </a:extLst>
                  </p:cNvPr>
                  <p:cNvSpPr txBox="1"/>
                  <p:nvPr/>
                </p:nvSpPr>
                <p:spPr>
                  <a:xfrm>
                    <a:off x="828691" y="2988527"/>
                    <a:ext cx="1758766" cy="276999"/>
                  </a:xfrm>
                  <a:prstGeom prst="rect">
                    <a:avLst/>
                  </a:prstGeom>
                  <a:grp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en-US" sz="21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6" name="TextBox 203">
                  <a:extLst>
                    <a:ext uri="{FF2B5EF4-FFF2-40B4-BE49-F238E27FC236}">
                      <a16:creationId xmlns:a16="http://schemas.microsoft.com/office/drawing/2014/main" id="{091FF27F-34E5-7273-1811-7CD2E36BEC2A}"/>
                    </a:ext>
                  </a:extLst>
                </p:cNvPr>
                <p:cNvSpPr txBox="1"/>
                <p:nvPr/>
              </p:nvSpPr>
              <p:spPr>
                <a:xfrm>
                  <a:off x="5347154" y="1729018"/>
                  <a:ext cx="963342" cy="43088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en-US" sz="36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" name="TextBox 214">
                  <a:extLst>
                    <a:ext uri="{FF2B5EF4-FFF2-40B4-BE49-F238E27FC236}">
                      <a16:creationId xmlns:a16="http://schemas.microsoft.com/office/drawing/2014/main" id="{52957275-1788-84DC-55B3-3EE06164A6A8}"/>
                    </a:ext>
                  </a:extLst>
                </p:cNvPr>
                <p:cNvSpPr txBox="1"/>
                <p:nvPr/>
              </p:nvSpPr>
              <p:spPr>
                <a:xfrm>
                  <a:off x="2736843" y="4754396"/>
                  <a:ext cx="1758766" cy="276999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en-US" sz="21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48" name="Group 215">
                  <a:extLst>
                    <a:ext uri="{FF2B5EF4-FFF2-40B4-BE49-F238E27FC236}">
                      <a16:creationId xmlns:a16="http://schemas.microsoft.com/office/drawing/2014/main" id="{12D0600F-6555-5311-C0CF-01ABBE98C049}"/>
                    </a:ext>
                  </a:extLst>
                </p:cNvPr>
                <p:cNvGrpSpPr/>
                <p:nvPr/>
              </p:nvGrpSpPr>
              <p:grpSpPr>
                <a:xfrm>
                  <a:off x="4946336" y="3805420"/>
                  <a:ext cx="1758766" cy="1225975"/>
                  <a:chOff x="828691" y="2039551"/>
                  <a:chExt cx="1758766" cy="1225975"/>
                </a:xfrm>
                <a:grpFill/>
              </p:grpSpPr>
              <p:sp>
                <p:nvSpPr>
                  <p:cNvPr id="49" name="TextBox 218">
                    <a:extLst>
                      <a:ext uri="{FF2B5EF4-FFF2-40B4-BE49-F238E27FC236}">
                        <a16:creationId xmlns:a16="http://schemas.microsoft.com/office/drawing/2014/main" id="{0683EFF3-9D2F-FA0D-9779-1A970CD7FE18}"/>
                      </a:ext>
                    </a:extLst>
                  </p:cNvPr>
                  <p:cNvSpPr txBox="1"/>
                  <p:nvPr/>
                </p:nvSpPr>
                <p:spPr>
                  <a:xfrm>
                    <a:off x="1229509" y="2039551"/>
                    <a:ext cx="963342" cy="430887"/>
                  </a:xfrm>
                  <a:prstGeom prst="rect">
                    <a:avLst/>
                  </a:prstGeom>
                  <a:grp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en-US" sz="36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0" name="TextBox 219">
                    <a:extLst>
                      <a:ext uri="{FF2B5EF4-FFF2-40B4-BE49-F238E27FC236}">
                        <a16:creationId xmlns:a16="http://schemas.microsoft.com/office/drawing/2014/main" id="{2AA0C3BC-152C-8B88-27E2-677F941C5EE5}"/>
                      </a:ext>
                    </a:extLst>
                  </p:cNvPr>
                  <p:cNvSpPr txBox="1"/>
                  <p:nvPr/>
                </p:nvSpPr>
                <p:spPr>
                  <a:xfrm>
                    <a:off x="828691" y="2988527"/>
                    <a:ext cx="1758766" cy="276999"/>
                  </a:xfrm>
                  <a:prstGeom prst="rect">
                    <a:avLst/>
                  </a:prstGeom>
                  <a:grp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en-US" sz="21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</p:grpSp>
        <p:sp>
          <p:nvSpPr>
            <p:cNvPr id="63" name="ZoneTexte 62">
              <a:extLst>
                <a:ext uri="{FF2B5EF4-FFF2-40B4-BE49-F238E27FC236}">
                  <a16:creationId xmlns:a16="http://schemas.microsoft.com/office/drawing/2014/main" id="{1CDCA447-00FD-47BE-DA41-AD737B62AC12}"/>
                </a:ext>
              </a:extLst>
            </p:cNvPr>
            <p:cNvSpPr txBox="1"/>
            <p:nvPr/>
          </p:nvSpPr>
          <p:spPr>
            <a:xfrm>
              <a:off x="-5444883" y="2556595"/>
              <a:ext cx="5806205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Évolution des LLM</a:t>
              </a:r>
              <a:endParaRPr lang="fr-TN" sz="6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7" name="TextBox 4">
            <a:extLst>
              <a:ext uri="{FF2B5EF4-FFF2-40B4-BE49-F238E27FC236}">
                <a16:creationId xmlns:a16="http://schemas.microsoft.com/office/drawing/2014/main" id="{4BF31ABD-D635-8051-8618-2C458FEF2D14}"/>
              </a:ext>
            </a:extLst>
          </p:cNvPr>
          <p:cNvSpPr txBox="1"/>
          <p:nvPr/>
        </p:nvSpPr>
        <p:spPr>
          <a:xfrm>
            <a:off x="14478000" y="342900"/>
            <a:ext cx="4876800" cy="997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6000" b="1" spc="-265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Perspectives</a:t>
            </a:r>
          </a:p>
        </p:txBody>
      </p:sp>
      <p:sp>
        <p:nvSpPr>
          <p:cNvPr id="67" name="TextBox 4">
            <a:extLst>
              <a:ext uri="{FF2B5EF4-FFF2-40B4-BE49-F238E27FC236}">
                <a16:creationId xmlns:a16="http://schemas.microsoft.com/office/drawing/2014/main" id="{02721C4D-913C-77B6-6266-2A9D21F775CA}"/>
              </a:ext>
            </a:extLst>
          </p:cNvPr>
          <p:cNvSpPr txBox="1"/>
          <p:nvPr/>
        </p:nvSpPr>
        <p:spPr>
          <a:xfrm>
            <a:off x="19626863" y="495300"/>
            <a:ext cx="4876800" cy="997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6000" b="1" spc="-265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Conclusion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028160A-9ABD-4360-F841-EAC7B2C02723}"/>
              </a:ext>
            </a:extLst>
          </p:cNvPr>
          <p:cNvSpPr/>
          <p:nvPr/>
        </p:nvSpPr>
        <p:spPr>
          <a:xfrm>
            <a:off x="32352263" y="4991100"/>
            <a:ext cx="3276600" cy="1477328"/>
          </a:xfrm>
          <a:prstGeom prst="rect">
            <a:avLst/>
          </a:prstGeom>
          <a:solidFill>
            <a:srgbClr val="EBD6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T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TN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intelligent adaptatif</a:t>
            </a:r>
            <a:endParaRPr lang="fr-TN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fr-T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6DC74C4-6C2E-D641-C39C-1CE56F2D0DB5}"/>
              </a:ext>
            </a:extLst>
          </p:cNvPr>
          <p:cNvSpPr/>
          <p:nvPr/>
        </p:nvSpPr>
        <p:spPr>
          <a:xfrm>
            <a:off x="28085063" y="7886700"/>
            <a:ext cx="3276600" cy="1477328"/>
          </a:xfrm>
          <a:prstGeom prst="rect">
            <a:avLst/>
          </a:prstGeom>
          <a:solidFill>
            <a:srgbClr val="EBD6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TN"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 Générative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276D280-B3C9-0DE5-F783-9208D695D10D}"/>
              </a:ext>
            </a:extLst>
          </p:cNvPr>
          <p:cNvSpPr/>
          <p:nvPr/>
        </p:nvSpPr>
        <p:spPr>
          <a:xfrm>
            <a:off x="32352263" y="7848600"/>
            <a:ext cx="3276600" cy="1477328"/>
          </a:xfrm>
          <a:prstGeom prst="rect">
            <a:avLst/>
          </a:prstGeom>
          <a:solidFill>
            <a:srgbClr val="EBD6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TN"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Systèmes embarqués</a:t>
            </a:r>
            <a:endParaRPr lang="fr-TN"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0D52FCF-ADD3-16B6-8C42-9EAE013F5B00}"/>
              </a:ext>
            </a:extLst>
          </p:cNvPr>
          <p:cNvSpPr/>
          <p:nvPr/>
        </p:nvSpPr>
        <p:spPr>
          <a:xfrm>
            <a:off x="28073340" y="4991100"/>
            <a:ext cx="3276600" cy="1477328"/>
          </a:xfrm>
          <a:prstGeom prst="rect">
            <a:avLst/>
          </a:prstGeom>
          <a:solidFill>
            <a:srgbClr val="EBD6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TN"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Développement Mobile</a:t>
            </a:r>
            <a:endParaRPr lang="fr-TN"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Box 4">
            <a:extLst>
              <a:ext uri="{FF2B5EF4-FFF2-40B4-BE49-F238E27FC236}">
                <a16:creationId xmlns:a16="http://schemas.microsoft.com/office/drawing/2014/main" id="{D2F70CFF-719D-2057-1501-35BDFBBEDEC3}"/>
              </a:ext>
            </a:extLst>
          </p:cNvPr>
          <p:cNvSpPr txBox="1"/>
          <p:nvPr/>
        </p:nvSpPr>
        <p:spPr>
          <a:xfrm>
            <a:off x="27704063" y="1714500"/>
            <a:ext cx="8338537" cy="21058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96"/>
              </a:lnSpc>
            </a:pPr>
            <a:r>
              <a:rPr lang="fr-TN" sz="6000" b="1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SmartFocus</a:t>
            </a:r>
            <a:r>
              <a:rPr lang="fr-TN" sz="6000" b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Life Assistant</a:t>
            </a:r>
            <a:endParaRPr lang="en-US" sz="6000" b="1" spc="-265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</p:spTree>
    <p:extLst>
      <p:ext uri="{BB962C8B-B14F-4D97-AF65-F5344CB8AC3E}">
        <p14:creationId xmlns:p14="http://schemas.microsoft.com/office/powerpoint/2010/main" val="26558307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028 6.17284E-7 L 0.38585 -0.003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74" y="-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906 1.11111E-6 L 0.38906 1.11111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239 -8.64198E-7 L 0.37239 -8.64198E-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257 0 L 0.37257 0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6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5F3A43-37E1-612E-46C7-CB5D75DBF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4">
            <a:extLst>
              <a:ext uri="{FF2B5EF4-FFF2-40B4-BE49-F238E27FC236}">
                <a16:creationId xmlns:a16="http://schemas.microsoft.com/office/drawing/2014/main" id="{094BE5F8-8EFE-76D1-9E5A-B196461E1E91}"/>
              </a:ext>
            </a:extLst>
          </p:cNvPr>
          <p:cNvSpPr txBox="1"/>
          <p:nvPr/>
        </p:nvSpPr>
        <p:spPr>
          <a:xfrm>
            <a:off x="685800" y="340574"/>
            <a:ext cx="2895600" cy="9167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endParaRPr lang="en-US" sz="3300" b="1" spc="-265"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4400ADBE-9DEF-3D3B-6332-B5944E33F1DE}"/>
              </a:ext>
            </a:extLst>
          </p:cNvPr>
          <p:cNvSpPr txBox="1"/>
          <p:nvPr/>
        </p:nvSpPr>
        <p:spPr>
          <a:xfrm>
            <a:off x="685800" y="495300"/>
            <a:ext cx="4876800" cy="997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6000" b="1" spc="-265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Conclusion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E308000-5F8B-860E-A510-5B1D8C937E13}"/>
              </a:ext>
            </a:extLst>
          </p:cNvPr>
          <p:cNvSpPr/>
          <p:nvPr/>
        </p:nvSpPr>
        <p:spPr>
          <a:xfrm>
            <a:off x="12995031" y="3322100"/>
            <a:ext cx="3276600" cy="1477328"/>
          </a:xfrm>
          <a:prstGeom prst="rect">
            <a:avLst/>
          </a:prstGeom>
          <a:solidFill>
            <a:srgbClr val="EBD6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T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Détection comportementale</a:t>
            </a:r>
            <a:endParaRPr lang="fr-TN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fr-T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7C1CAB2-291C-65F5-6928-29AF7887113F}"/>
              </a:ext>
            </a:extLst>
          </p:cNvPr>
          <p:cNvSpPr/>
          <p:nvPr/>
        </p:nvSpPr>
        <p:spPr>
          <a:xfrm>
            <a:off x="8727831" y="5600700"/>
            <a:ext cx="3276600" cy="1477328"/>
          </a:xfrm>
          <a:prstGeom prst="rect">
            <a:avLst/>
          </a:prstGeom>
          <a:solidFill>
            <a:srgbClr val="EBD6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Renseignement</a:t>
            </a:r>
          </a:p>
          <a:p>
            <a:pPr algn="ctr"/>
            <a:r>
              <a:rPr lang="fr-FR"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CTI )</a:t>
            </a:r>
            <a:endParaRPr lang="fr-TN" sz="32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0A20758-7316-1D1F-A487-F83F9170E762}"/>
              </a:ext>
            </a:extLst>
          </p:cNvPr>
          <p:cNvSpPr/>
          <p:nvPr/>
        </p:nvSpPr>
        <p:spPr>
          <a:xfrm>
            <a:off x="12995031" y="5600700"/>
            <a:ext cx="3276600" cy="1477328"/>
          </a:xfrm>
          <a:prstGeom prst="rect">
            <a:avLst/>
          </a:prstGeom>
          <a:solidFill>
            <a:srgbClr val="EBD6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Réponse orchestrée</a:t>
            </a:r>
            <a:endParaRPr lang="fr-TN"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5E0B0BB-6641-BCE4-625C-48C592AEBC7D}"/>
              </a:ext>
            </a:extLst>
          </p:cNvPr>
          <p:cNvSpPr/>
          <p:nvPr/>
        </p:nvSpPr>
        <p:spPr>
          <a:xfrm>
            <a:off x="8751277" y="3374164"/>
            <a:ext cx="3276600" cy="1477328"/>
          </a:xfrm>
          <a:prstGeom prst="rect">
            <a:avLst/>
          </a:prstGeom>
          <a:solidFill>
            <a:srgbClr val="EBD6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Détection par signatures</a:t>
            </a:r>
            <a:endParaRPr lang="fr-TN"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4">
            <a:extLst>
              <a:ext uri="{FF2B5EF4-FFF2-40B4-BE49-F238E27FC236}">
                <a16:creationId xmlns:a16="http://schemas.microsoft.com/office/drawing/2014/main" id="{BA62F805-5782-A792-8A84-4777D6AEC6F9}"/>
              </a:ext>
            </a:extLst>
          </p:cNvPr>
          <p:cNvSpPr txBox="1"/>
          <p:nvPr/>
        </p:nvSpPr>
        <p:spPr>
          <a:xfrm>
            <a:off x="7596554" y="1612577"/>
            <a:ext cx="9829800" cy="922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96"/>
              </a:lnSpc>
            </a:pPr>
            <a:r>
              <a:rPr lang="en-US" sz="3500" b="1" spc="-265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Next - Generation Intrusion Detection and Prevention 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4AA5E3-0A57-8005-6310-5557BD74412F}"/>
              </a:ext>
            </a:extLst>
          </p:cNvPr>
          <p:cNvSpPr/>
          <p:nvPr/>
        </p:nvSpPr>
        <p:spPr>
          <a:xfrm>
            <a:off x="10861431" y="7790698"/>
            <a:ext cx="3276600" cy="1477328"/>
          </a:xfrm>
          <a:prstGeom prst="rect">
            <a:avLst/>
          </a:prstGeom>
          <a:solidFill>
            <a:srgbClr val="EBD6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Supervision SOC</a:t>
            </a:r>
            <a:endParaRPr lang="fr-TN" sz="32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922F84-372D-C3DF-B8B6-589B559DB4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44" t="5676" r="29335" b="16981"/>
          <a:stretch>
            <a:fillRect/>
          </a:stretch>
        </p:blipFill>
        <p:spPr>
          <a:xfrm>
            <a:off x="1600200" y="2357857"/>
            <a:ext cx="5181600" cy="67480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4C4D97-CD49-528B-1E2E-7A9C2963C37A}"/>
              </a:ext>
            </a:extLst>
          </p:cNvPr>
          <p:cNvSpPr txBox="1"/>
          <p:nvPr/>
        </p:nvSpPr>
        <p:spPr>
          <a:xfrm>
            <a:off x="-381000" y="8856191"/>
            <a:ext cx="9144000" cy="1090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96"/>
              </a:lnSpc>
            </a:pPr>
            <a:r>
              <a:rPr lang="fr-FR" sz="6000" b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NG-IDPS</a:t>
            </a:r>
          </a:p>
        </p:txBody>
      </p:sp>
    </p:spTree>
    <p:extLst>
      <p:ext uri="{BB962C8B-B14F-4D97-AF65-F5344CB8AC3E}">
        <p14:creationId xmlns:p14="http://schemas.microsoft.com/office/powerpoint/2010/main" val="4914287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49598-4BCF-2E73-492A-52924C115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700B75C-3D5F-3833-6291-A87FBFA06C4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BD6FB"/>
          </a:solidFill>
        </p:spPr>
        <p:txBody>
          <a:bodyPr/>
          <a:lstStyle/>
          <a:p>
            <a:endParaRPr lang="fr-TN">
              <a:solidFill>
                <a:srgbClr val="9964CC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30BC03B-76C1-A176-53CD-393A7DF63288}"/>
              </a:ext>
            </a:extLst>
          </p:cNvPr>
          <p:cNvSpPr txBox="1"/>
          <p:nvPr/>
        </p:nvSpPr>
        <p:spPr>
          <a:xfrm>
            <a:off x="3707423" y="4437635"/>
            <a:ext cx="10873154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8850" b="1" spc="-265">
                <a:latin typeface="Times New Roman Bold"/>
                <a:ea typeface="Times New Roman Bold"/>
                <a:cs typeface="Times New Roman Bold"/>
                <a:sym typeface="Times New Roman Bold"/>
              </a:rPr>
              <a:t>Merci de </a:t>
            </a:r>
            <a:r>
              <a:rPr lang="en-US" sz="8850" b="1" spc="-265" err="1">
                <a:latin typeface="Times New Roman Bold"/>
                <a:ea typeface="Times New Roman Bold"/>
                <a:cs typeface="Times New Roman Bold"/>
                <a:sym typeface="Times New Roman Bold"/>
              </a:rPr>
              <a:t>votre</a:t>
            </a:r>
            <a:r>
              <a:rPr lang="en-US" sz="8850" b="1" spc="-265">
                <a:latin typeface="Times New Roman Bold"/>
                <a:ea typeface="Times New Roman Bold"/>
                <a:cs typeface="Times New Roman Bold"/>
                <a:sym typeface="Times New Roman Bold"/>
              </a:rPr>
              <a:t> attention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6C3411AF-2E2B-08B3-A514-92663763C927}"/>
              </a:ext>
            </a:extLst>
          </p:cNvPr>
          <p:cNvCxnSpPr>
            <a:cxnSpLocks/>
          </p:cNvCxnSpPr>
          <p:nvPr/>
        </p:nvCxnSpPr>
        <p:spPr>
          <a:xfrm>
            <a:off x="3300046" y="5676900"/>
            <a:ext cx="11482754" cy="0"/>
          </a:xfrm>
          <a:prstGeom prst="line">
            <a:avLst/>
          </a:prstGeom>
          <a:ln>
            <a:solidFill>
              <a:srgbClr val="9964CC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833BEA25-A7EC-117E-3C78-10C00566BA0B}"/>
              </a:ext>
            </a:extLst>
          </p:cNvPr>
          <p:cNvSpPr txBox="1"/>
          <p:nvPr/>
        </p:nvSpPr>
        <p:spPr>
          <a:xfrm>
            <a:off x="838200" y="1183088"/>
            <a:ext cx="10163906" cy="1198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9600" b="1" spc="-265">
                <a:solidFill>
                  <a:srgbClr val="EBD6F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Sprint 1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73AFC591-EF3D-1D58-5FFC-6B32AAD916FF}"/>
              </a:ext>
            </a:extLst>
          </p:cNvPr>
          <p:cNvSpPr txBox="1"/>
          <p:nvPr/>
        </p:nvSpPr>
        <p:spPr>
          <a:xfrm>
            <a:off x="838200" y="6725420"/>
            <a:ext cx="4876800" cy="997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6000" b="1" spc="-265">
                <a:solidFill>
                  <a:srgbClr val="EBD6F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Perspectives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86295E9F-DEF6-4169-FD08-489610EE0664}"/>
              </a:ext>
            </a:extLst>
          </p:cNvPr>
          <p:cNvSpPr/>
          <p:nvPr/>
        </p:nvSpPr>
        <p:spPr>
          <a:xfrm>
            <a:off x="-1155449" y="-985157"/>
            <a:ext cx="2177143" cy="1970314"/>
          </a:xfrm>
          <a:prstGeom prst="ellipse">
            <a:avLst/>
          </a:prstGeom>
          <a:noFill/>
          <a:ln w="381000" cap="flat" cmpd="sng" algn="ctr">
            <a:solidFill>
              <a:srgbClr val="9964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TN">
              <a:solidFill>
                <a:srgbClr val="00195C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B71CD5D0-A88D-C2E5-5A79-C53B664DDFE0}"/>
              </a:ext>
            </a:extLst>
          </p:cNvPr>
          <p:cNvSpPr/>
          <p:nvPr/>
        </p:nvSpPr>
        <p:spPr>
          <a:xfrm rot="8330170">
            <a:off x="16863477" y="9026762"/>
            <a:ext cx="2177143" cy="1970314"/>
          </a:xfrm>
          <a:prstGeom prst="ellipse">
            <a:avLst/>
          </a:prstGeom>
          <a:noFill/>
          <a:ln w="381000" cap="flat" cmpd="sng" algn="ctr">
            <a:solidFill>
              <a:srgbClr val="9964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TN">
              <a:solidFill>
                <a:srgbClr val="0019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79604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539A0FC82CE845B23D17829AD420C2" ma:contentTypeVersion="5" ma:contentTypeDescription="Create a new document." ma:contentTypeScope="" ma:versionID="550a53e3db40c5a084986cf0766d31f7">
  <xsd:schema xmlns:xsd="http://www.w3.org/2001/XMLSchema" xmlns:xs="http://www.w3.org/2001/XMLSchema" xmlns:p="http://schemas.microsoft.com/office/2006/metadata/properties" xmlns:ns3="c9ccaf80-d9df-456a-8bf7-56f413aac9e0" targetNamespace="http://schemas.microsoft.com/office/2006/metadata/properties" ma:root="true" ma:fieldsID="1990b6f908a0558c60260827190532be" ns3:_="">
    <xsd:import namespace="c9ccaf80-d9df-456a-8bf7-56f413aac9e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ccaf80-d9df-456a-8bf7-56f413aac9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1EBEC8-DE67-4435-8D1B-CB1928E4EE0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3F84C3-8936-4C5F-95B0-64A479EA862E}">
  <ds:schemaRefs>
    <ds:schemaRef ds:uri="http://purl.org/dc/dcmitype/"/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c9ccaf80-d9df-456a-8bf7-56f413aac9e0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9A259CFF-D641-490D-9B9C-34C14817EF18}">
  <ds:schemaRefs>
    <ds:schemaRef ds:uri="c9ccaf80-d9df-456a-8bf7-56f413aac9e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kacemghof (1)</Template>
  <TotalTime>0</TotalTime>
  <Words>2361</Words>
  <Application>Microsoft Office PowerPoint</Application>
  <PresentationFormat>Custom</PresentationFormat>
  <Paragraphs>430</Paragraphs>
  <Slides>40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5" baseType="lpstr">
      <vt:lpstr>Aptos</vt:lpstr>
      <vt:lpstr>Times New Roman Bold</vt:lpstr>
      <vt:lpstr>Cambria Math</vt:lpstr>
      <vt:lpstr>Proxima Nova Bold</vt:lpstr>
      <vt:lpstr>Arial</vt:lpstr>
      <vt:lpstr>Inter</vt:lpstr>
      <vt:lpstr>Times New Roman</vt:lpstr>
      <vt:lpstr>Calibri</vt:lpstr>
      <vt:lpstr>Inter Bold</vt:lpstr>
      <vt:lpstr>Cambria</vt:lpstr>
      <vt:lpstr>Liberation Sans Bold</vt:lpstr>
      <vt:lpstr>DejaVu Sans Light</vt:lpstr>
      <vt:lpstr>Avalon</vt:lpstr>
      <vt:lpstr>Bricolage Grotesque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aziz dhifaoui</dc:creator>
  <cp:lastModifiedBy>aziz dhifaoui</cp:lastModifiedBy>
  <cp:revision>1</cp:revision>
  <dcterms:created xsi:type="dcterms:W3CDTF">2026-10-10T11:58:30Z</dcterms:created>
  <dcterms:modified xsi:type="dcterms:W3CDTF">2026-10-11T20:26:52Z</dcterms:modified>
  <dc:identifier>DAHL-h76PEE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0x0101006A539A0FC82CE845B23D17829AD420C2</vt:lpwstr>
  </property>
</Properties>
</file>